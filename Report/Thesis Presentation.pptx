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8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9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omments/comment1.xml" ContentType="application/vnd.openxmlformats-officedocument.presentationml.comments+xml"/>
  <Override PartName="/ppt/theme/themeOverride10.xml" ContentType="application/vnd.openxmlformats-officedocument.themeOverr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17.xml" ContentType="application/vnd.openxmlformats-officedocument.themeOverr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omments/comment2.xml" ContentType="application/vnd.openxmlformats-officedocument.presentationml.comments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heme/themeOverride20.xml" ContentType="application/vnd.openxmlformats-officedocument.themeOverr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heme/themeOverride2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25"/>
  </p:notesMasterIdLst>
  <p:sldIdLst>
    <p:sldId id="261" r:id="rId2"/>
    <p:sldId id="263" r:id="rId3"/>
    <p:sldId id="283" r:id="rId4"/>
    <p:sldId id="262" r:id="rId5"/>
    <p:sldId id="284" r:id="rId6"/>
    <p:sldId id="274" r:id="rId7"/>
    <p:sldId id="276" r:id="rId8"/>
    <p:sldId id="282" r:id="rId9"/>
    <p:sldId id="268" r:id="rId10"/>
    <p:sldId id="286" r:id="rId11"/>
    <p:sldId id="264" r:id="rId12"/>
    <p:sldId id="267" r:id="rId13"/>
    <p:sldId id="270" r:id="rId14"/>
    <p:sldId id="277" r:id="rId15"/>
    <p:sldId id="269" r:id="rId16"/>
    <p:sldId id="271" r:id="rId17"/>
    <p:sldId id="272" r:id="rId18"/>
    <p:sldId id="273" r:id="rId19"/>
    <p:sldId id="278" r:id="rId20"/>
    <p:sldId id="281" r:id="rId21"/>
    <p:sldId id="280" r:id="rId22"/>
    <p:sldId id="279" r:id="rId23"/>
    <p:sldId id="260" r:id="rId24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ton" initials="M" lastIdx="2" clrIdx="0">
    <p:extLst>
      <p:ext uri="{19B8F6BF-5375-455C-9EA6-DF929625EA0E}">
        <p15:presenceInfo xmlns:p15="http://schemas.microsoft.com/office/powerpoint/2012/main" userId="Milt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:mc="http://schemas.openxmlformats.org/markup-compatibility/2006" xmlns:p14="http://schemas.microsoft.com/office/powerpoint/2010/main" xmlns:p15="http://schemas.microsoft.com/office/powerpoint/2012/main" xmlns:pr="smNativeData" xmlns="smNativeData" dt="1776450449" val="1230" revOS="4"/>
      <pr:smFileRevision xmlns:mc="http://schemas.openxmlformats.org/markup-compatibility/2006" xmlns:p14="http://schemas.microsoft.com/office/powerpoint/2010/main" xmlns:p15="http://schemas.microsoft.com/office/powerpoint/2012/main" xmlns:pr="smNativeData" xmlns="smNativeData" dt="1776450449" val="101"/>
      <pr:guideOptions xmlns:mc="http://schemas.openxmlformats.org/markup-compatibility/2006" xmlns:p14="http://schemas.microsoft.com/office/powerpoint/2010/main" xmlns:p15="http://schemas.microsoft.com/office/powerpoint/2012/main" xmlns:pr="smNativeData" xmlns="smNativeData" dt="1776450449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 showGuides="1">
      <p:cViewPr varScale="1">
        <p:scale>
          <a:sx n="112" d="100"/>
          <a:sy n="112" d="100"/>
        </p:scale>
        <p:origin x="50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" d="100"/>
        <a:sy n="19" d="100"/>
      </p:scale>
      <p:origin x="0" y="0"/>
    </p:cViewPr>
  </p:sorterViewPr>
  <p:notesViewPr>
    <p:cSldViewPr snapToObjects="1" showGuides="1">
      <p:cViewPr>
        <p:scale>
          <a:sx n="100" d="100"/>
          <a:sy n="100" d="100"/>
        </p:scale>
        <p:origin x="824" y="212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7T08:13:04.395" idx="1">
    <p:pos x="10" y="10"/>
    <p:text>add imgaes showing the cycle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7T08:13:26.387" idx="2">
    <p:pos x="10" y="10"/>
    <p:text>add example sof optimal candidate selection</p:text>
    <p:extLst>
      <p:ext uri="{C676402C-5697-4E1C-873F-D02D1690AC5C}">
        <p15:threadingInfo xmlns:p15="http://schemas.microsoft.com/office/powerpoint/2012/main" timeZoneBias="-12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D2CDAC-2DB2-4D12-8162-3708CE313441}" type="doc">
      <dgm:prSet loTypeId="urn:microsoft.com/office/officeart/2005/8/layout/process4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010870FE-C682-4D06-B30C-620820171F82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sz="1200" dirty="0" smtClean="0"/>
            <a:t>3D CAD Object Model</a:t>
          </a:r>
          <a:endParaRPr lang="en-DE" sz="600" dirty="0"/>
        </a:p>
      </dgm:t>
    </dgm:pt>
    <dgm:pt modelId="{A5A12255-0701-4FB0-BED2-E98E613A3F12}" type="parTrans" cxnId="{17517D36-991E-48F7-A1C3-70680C91D3D3}">
      <dgm:prSet/>
      <dgm:spPr/>
      <dgm:t>
        <a:bodyPr/>
        <a:lstStyle/>
        <a:p>
          <a:endParaRPr lang="en-DE"/>
        </a:p>
      </dgm:t>
    </dgm:pt>
    <dgm:pt modelId="{E5E9F7C9-79C7-4BA3-A9C7-AEF2834B9FCD}" type="sibTrans" cxnId="{17517D36-991E-48F7-A1C3-70680C91D3D3}">
      <dgm:prSet/>
      <dgm:spPr/>
      <dgm:t>
        <a:bodyPr/>
        <a:lstStyle/>
        <a:p>
          <a:endParaRPr lang="en-DE"/>
        </a:p>
      </dgm:t>
    </dgm:pt>
    <dgm:pt modelId="{F139B6CA-70FC-41FB-BD3B-B9CDFEB23C58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sz="1200" dirty="0" smtClean="0"/>
            <a:t>Geometry Extraction (FreeCAD)</a:t>
          </a:r>
          <a:endParaRPr lang="en-DE" sz="1200" dirty="0"/>
        </a:p>
      </dgm:t>
    </dgm:pt>
    <dgm:pt modelId="{28A86866-8855-445D-BB3B-E1E880D3E36A}" type="parTrans" cxnId="{04A17C83-ACC2-4D4D-842D-49BD76B7BC7D}">
      <dgm:prSet/>
      <dgm:spPr/>
      <dgm:t>
        <a:bodyPr/>
        <a:lstStyle/>
        <a:p>
          <a:endParaRPr lang="en-DE"/>
        </a:p>
      </dgm:t>
    </dgm:pt>
    <dgm:pt modelId="{3FE6C1B1-4508-410B-B379-01631887999B}" type="sibTrans" cxnId="{04A17C83-ACC2-4D4D-842D-49BD76B7BC7D}">
      <dgm:prSet/>
      <dgm:spPr/>
      <dgm:t>
        <a:bodyPr/>
        <a:lstStyle/>
        <a:p>
          <a:endParaRPr lang="en-DE"/>
        </a:p>
      </dgm:t>
    </dgm:pt>
    <dgm:pt modelId="{483618D9-CAD3-40B7-8653-D223B617BB2B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sz="1200" dirty="0" smtClean="0"/>
            <a:t>Data Representation - JSON</a:t>
          </a:r>
          <a:endParaRPr lang="en-DE" sz="1900" dirty="0"/>
        </a:p>
      </dgm:t>
    </dgm:pt>
    <dgm:pt modelId="{61FDCEBF-FB28-4995-B4C4-E5005235C861}" type="parTrans" cxnId="{0EB5612F-54C4-412B-B07F-F9B5C9E0F222}">
      <dgm:prSet/>
      <dgm:spPr/>
      <dgm:t>
        <a:bodyPr/>
        <a:lstStyle/>
        <a:p>
          <a:endParaRPr lang="en-DE"/>
        </a:p>
      </dgm:t>
    </dgm:pt>
    <dgm:pt modelId="{B3407E73-4AC6-4EC4-A405-3C24B0422F4A}" type="sibTrans" cxnId="{0EB5612F-54C4-412B-B07F-F9B5C9E0F222}">
      <dgm:prSet/>
      <dgm:spPr/>
      <dgm:t>
        <a:bodyPr/>
        <a:lstStyle/>
        <a:p>
          <a:endParaRPr lang="en-DE"/>
        </a:p>
      </dgm:t>
    </dgm:pt>
    <dgm:pt modelId="{EF404568-3829-4763-8D82-A45EBCF80755}">
      <dgm:prSet custT="1"/>
      <dgm:spPr/>
      <dgm:t>
        <a:bodyPr/>
        <a:lstStyle/>
        <a:p>
          <a:r>
            <a:rPr lang="en-IN" sz="1200" dirty="0" smtClean="0"/>
            <a:t>Physics Simulation (MuJoCo)</a:t>
          </a:r>
          <a:endParaRPr lang="en-DE" sz="1200" dirty="0"/>
        </a:p>
      </dgm:t>
    </dgm:pt>
    <dgm:pt modelId="{D611B1A2-242B-441F-AC1C-79314933FB40}" type="parTrans" cxnId="{0FFDC213-31A1-4FA6-97E2-A8978B372F35}">
      <dgm:prSet/>
      <dgm:spPr/>
      <dgm:t>
        <a:bodyPr/>
        <a:lstStyle/>
        <a:p>
          <a:endParaRPr lang="en-DE"/>
        </a:p>
      </dgm:t>
    </dgm:pt>
    <dgm:pt modelId="{BADDCCAF-2319-4831-9409-26D31EA9DFAB}" type="sibTrans" cxnId="{0FFDC213-31A1-4FA6-97E2-A8978B372F35}">
      <dgm:prSet/>
      <dgm:spPr/>
      <dgm:t>
        <a:bodyPr/>
        <a:lstStyle/>
        <a:p>
          <a:endParaRPr lang="en-DE"/>
        </a:p>
      </dgm:t>
    </dgm:pt>
    <dgm:pt modelId="{E44D02C4-8548-4531-81FE-8ABA50EAEC89}">
      <dgm:prSet custT="1"/>
      <dgm:spPr/>
      <dgm:t>
        <a:bodyPr/>
        <a:lstStyle/>
        <a:p>
          <a:r>
            <a:rPr lang="en-IN" sz="1200" dirty="0" smtClean="0"/>
            <a:t>Control Script</a:t>
          </a:r>
          <a:endParaRPr lang="en-DE" sz="1900" dirty="0"/>
        </a:p>
      </dgm:t>
    </dgm:pt>
    <dgm:pt modelId="{5AA9F071-3D46-4B23-AF87-414DC8ED62E2}" type="parTrans" cxnId="{5D6747FC-1425-49E3-AAFE-B38B1BEB3B2D}">
      <dgm:prSet/>
      <dgm:spPr/>
      <dgm:t>
        <a:bodyPr/>
        <a:lstStyle/>
        <a:p>
          <a:endParaRPr lang="en-DE"/>
        </a:p>
      </dgm:t>
    </dgm:pt>
    <dgm:pt modelId="{4F64470D-C4C2-457E-9EEE-AFF021D06AA1}" type="sibTrans" cxnId="{5D6747FC-1425-49E3-AAFE-B38B1BEB3B2D}">
      <dgm:prSet/>
      <dgm:spPr/>
      <dgm:t>
        <a:bodyPr/>
        <a:lstStyle/>
        <a:p>
          <a:endParaRPr lang="en-DE"/>
        </a:p>
      </dgm:t>
    </dgm:pt>
    <dgm:pt modelId="{47AF5171-C442-49B1-B51B-840E57A1AFBF}">
      <dgm:prSet custT="1"/>
      <dgm:spPr/>
      <dgm:t>
        <a:bodyPr/>
        <a:lstStyle/>
        <a:p>
          <a:r>
            <a:rPr lang="en-IN" sz="1200" dirty="0" smtClean="0"/>
            <a:t>Pick and Place Validation</a:t>
          </a:r>
          <a:endParaRPr lang="en-DE" sz="1200" dirty="0"/>
        </a:p>
      </dgm:t>
    </dgm:pt>
    <dgm:pt modelId="{9202C849-8A9D-4A69-89B8-17FB35713802}" type="parTrans" cxnId="{6E539665-6836-4C1E-B7F3-682E3191D130}">
      <dgm:prSet/>
      <dgm:spPr/>
      <dgm:t>
        <a:bodyPr/>
        <a:lstStyle/>
        <a:p>
          <a:endParaRPr lang="en-DE"/>
        </a:p>
      </dgm:t>
    </dgm:pt>
    <dgm:pt modelId="{33023C4A-AC1C-4CE6-9CB2-397EADD8740D}" type="sibTrans" cxnId="{6E539665-6836-4C1E-B7F3-682E3191D130}">
      <dgm:prSet/>
      <dgm:spPr/>
      <dgm:t>
        <a:bodyPr/>
        <a:lstStyle/>
        <a:p>
          <a:endParaRPr lang="en-DE"/>
        </a:p>
      </dgm:t>
    </dgm:pt>
    <dgm:pt modelId="{9A5D0A21-993E-4444-BCB4-1FC0AB90A280}" type="pres">
      <dgm:prSet presAssocID="{9ED2CDAC-2DB2-4D12-8162-3708CE31344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B1790A9D-75C8-49DA-88D7-AC226005B8DC}" type="pres">
      <dgm:prSet presAssocID="{47AF5171-C442-49B1-B51B-840E57A1AFBF}" presName="boxAndChildren" presStyleCnt="0"/>
      <dgm:spPr/>
    </dgm:pt>
    <dgm:pt modelId="{93943EC2-4FDE-41AE-933E-81787676AE76}" type="pres">
      <dgm:prSet presAssocID="{47AF5171-C442-49B1-B51B-840E57A1AFBF}" presName="parentTextBox" presStyleLbl="node1" presStyleIdx="0" presStyleCnt="6" custLinFactNeighborX="-5289" custLinFactNeighborY="3909"/>
      <dgm:spPr/>
      <dgm:t>
        <a:bodyPr/>
        <a:lstStyle/>
        <a:p>
          <a:endParaRPr lang="en-DE"/>
        </a:p>
      </dgm:t>
    </dgm:pt>
    <dgm:pt modelId="{0EDEAF4E-49B0-4073-B9D3-889CD48775BC}" type="pres">
      <dgm:prSet presAssocID="{4F64470D-C4C2-457E-9EEE-AFF021D06AA1}" presName="sp" presStyleCnt="0"/>
      <dgm:spPr/>
    </dgm:pt>
    <dgm:pt modelId="{F056AE85-F563-44FD-85DA-E5183614DD6F}" type="pres">
      <dgm:prSet presAssocID="{E44D02C4-8548-4531-81FE-8ABA50EAEC89}" presName="arrowAndChildren" presStyleCnt="0"/>
      <dgm:spPr/>
    </dgm:pt>
    <dgm:pt modelId="{65C39C54-9A23-4E1E-A0D9-125B651EA294}" type="pres">
      <dgm:prSet presAssocID="{E44D02C4-8548-4531-81FE-8ABA50EAEC89}" presName="parentTextArrow" presStyleLbl="node1" presStyleIdx="1" presStyleCnt="6"/>
      <dgm:spPr/>
      <dgm:t>
        <a:bodyPr/>
        <a:lstStyle/>
        <a:p>
          <a:endParaRPr lang="de-DE"/>
        </a:p>
      </dgm:t>
    </dgm:pt>
    <dgm:pt modelId="{E918CFA1-2406-4CE6-A580-AFFDE616A953}" type="pres">
      <dgm:prSet presAssocID="{BADDCCAF-2319-4831-9409-26D31EA9DFAB}" presName="sp" presStyleCnt="0"/>
      <dgm:spPr/>
    </dgm:pt>
    <dgm:pt modelId="{DCFD69C8-1673-471A-9B6D-1AA502959A96}" type="pres">
      <dgm:prSet presAssocID="{EF404568-3829-4763-8D82-A45EBCF80755}" presName="arrowAndChildren" presStyleCnt="0"/>
      <dgm:spPr/>
    </dgm:pt>
    <dgm:pt modelId="{3193DB04-B0F3-497D-B8C8-44B27576A424}" type="pres">
      <dgm:prSet presAssocID="{EF404568-3829-4763-8D82-A45EBCF80755}" presName="parentTextArrow" presStyleLbl="node1" presStyleIdx="2" presStyleCnt="6"/>
      <dgm:spPr/>
      <dgm:t>
        <a:bodyPr/>
        <a:lstStyle/>
        <a:p>
          <a:endParaRPr lang="en-DE"/>
        </a:p>
      </dgm:t>
    </dgm:pt>
    <dgm:pt modelId="{560FB762-8960-4B77-98B2-356B0C72AE01}" type="pres">
      <dgm:prSet presAssocID="{B3407E73-4AC6-4EC4-A405-3C24B0422F4A}" presName="sp" presStyleCnt="0"/>
      <dgm:spPr/>
    </dgm:pt>
    <dgm:pt modelId="{4E121AA7-0E3C-42A4-8200-509E88E82CC2}" type="pres">
      <dgm:prSet presAssocID="{483618D9-CAD3-40B7-8653-D223B617BB2B}" presName="arrowAndChildren" presStyleCnt="0"/>
      <dgm:spPr/>
    </dgm:pt>
    <dgm:pt modelId="{EDC41330-D78C-45D9-B449-AB39A94C7F4B}" type="pres">
      <dgm:prSet presAssocID="{483618D9-CAD3-40B7-8653-D223B617BB2B}" presName="parentTextArrow" presStyleLbl="node1" presStyleIdx="3" presStyleCnt="6"/>
      <dgm:spPr/>
      <dgm:t>
        <a:bodyPr/>
        <a:lstStyle/>
        <a:p>
          <a:endParaRPr lang="de-DE"/>
        </a:p>
      </dgm:t>
    </dgm:pt>
    <dgm:pt modelId="{C2BA55D9-8272-4E49-9D75-32D5AFD9EBF9}" type="pres">
      <dgm:prSet presAssocID="{3FE6C1B1-4508-410B-B379-01631887999B}" presName="sp" presStyleCnt="0"/>
      <dgm:spPr/>
    </dgm:pt>
    <dgm:pt modelId="{7EB9348F-7B30-4DAE-8EDD-68BFB05515E5}" type="pres">
      <dgm:prSet presAssocID="{F139B6CA-70FC-41FB-BD3B-B9CDFEB23C58}" presName="arrowAndChildren" presStyleCnt="0"/>
      <dgm:spPr/>
    </dgm:pt>
    <dgm:pt modelId="{6B053AB7-6ED6-40ED-93B0-F91FDE72F598}" type="pres">
      <dgm:prSet presAssocID="{F139B6CA-70FC-41FB-BD3B-B9CDFEB23C58}" presName="parentTextArrow" presStyleLbl="node1" presStyleIdx="4" presStyleCnt="6"/>
      <dgm:spPr/>
      <dgm:t>
        <a:bodyPr/>
        <a:lstStyle/>
        <a:p>
          <a:endParaRPr lang="en-DE"/>
        </a:p>
      </dgm:t>
    </dgm:pt>
    <dgm:pt modelId="{FBF979DD-2947-4DB7-B5A7-72F9CDB50071}" type="pres">
      <dgm:prSet presAssocID="{E5E9F7C9-79C7-4BA3-A9C7-AEF2834B9FCD}" presName="sp" presStyleCnt="0"/>
      <dgm:spPr/>
    </dgm:pt>
    <dgm:pt modelId="{E2AA0948-5EA1-4BED-A0F7-D61C77ACA8C8}" type="pres">
      <dgm:prSet presAssocID="{010870FE-C682-4D06-B30C-620820171F82}" presName="arrowAndChildren" presStyleCnt="0"/>
      <dgm:spPr/>
    </dgm:pt>
    <dgm:pt modelId="{9ECF2234-6F0A-48C7-8365-84914D8E9416}" type="pres">
      <dgm:prSet presAssocID="{010870FE-C682-4D06-B30C-620820171F82}" presName="parentTextArrow" presStyleLbl="node1" presStyleIdx="5" presStyleCnt="6"/>
      <dgm:spPr/>
      <dgm:t>
        <a:bodyPr/>
        <a:lstStyle/>
        <a:p>
          <a:endParaRPr lang="en-DE"/>
        </a:p>
      </dgm:t>
    </dgm:pt>
  </dgm:ptLst>
  <dgm:cxnLst>
    <dgm:cxn modelId="{53EACA04-D557-426B-8D5E-6CF480BAD26E}" type="presOf" srcId="{9ED2CDAC-2DB2-4D12-8162-3708CE313441}" destId="{9A5D0A21-993E-4444-BCB4-1FC0AB90A280}" srcOrd="0" destOrd="0" presId="urn:microsoft.com/office/officeart/2005/8/layout/process4"/>
    <dgm:cxn modelId="{94DADF4D-FF10-4E7C-B9FC-E84525766E22}" type="presOf" srcId="{F139B6CA-70FC-41FB-BD3B-B9CDFEB23C58}" destId="{6B053AB7-6ED6-40ED-93B0-F91FDE72F598}" srcOrd="0" destOrd="0" presId="urn:microsoft.com/office/officeart/2005/8/layout/process4"/>
    <dgm:cxn modelId="{0FFDC213-31A1-4FA6-97E2-A8978B372F35}" srcId="{9ED2CDAC-2DB2-4D12-8162-3708CE313441}" destId="{EF404568-3829-4763-8D82-A45EBCF80755}" srcOrd="3" destOrd="0" parTransId="{D611B1A2-242B-441F-AC1C-79314933FB40}" sibTransId="{BADDCCAF-2319-4831-9409-26D31EA9DFAB}"/>
    <dgm:cxn modelId="{55013C4D-24AE-4027-AF0A-7AAD3387B2E8}" type="presOf" srcId="{EF404568-3829-4763-8D82-A45EBCF80755}" destId="{3193DB04-B0F3-497D-B8C8-44B27576A424}" srcOrd="0" destOrd="0" presId="urn:microsoft.com/office/officeart/2005/8/layout/process4"/>
    <dgm:cxn modelId="{3A158919-044E-4BFC-A075-446E79199870}" type="presOf" srcId="{483618D9-CAD3-40B7-8653-D223B617BB2B}" destId="{EDC41330-D78C-45D9-B449-AB39A94C7F4B}" srcOrd="0" destOrd="0" presId="urn:microsoft.com/office/officeart/2005/8/layout/process4"/>
    <dgm:cxn modelId="{B8C6183E-564E-450D-97C2-DFD1601CFEC7}" type="presOf" srcId="{47AF5171-C442-49B1-B51B-840E57A1AFBF}" destId="{93943EC2-4FDE-41AE-933E-81787676AE76}" srcOrd="0" destOrd="0" presId="urn:microsoft.com/office/officeart/2005/8/layout/process4"/>
    <dgm:cxn modelId="{04A17C83-ACC2-4D4D-842D-49BD76B7BC7D}" srcId="{9ED2CDAC-2DB2-4D12-8162-3708CE313441}" destId="{F139B6CA-70FC-41FB-BD3B-B9CDFEB23C58}" srcOrd="1" destOrd="0" parTransId="{28A86866-8855-445D-BB3B-E1E880D3E36A}" sibTransId="{3FE6C1B1-4508-410B-B379-01631887999B}"/>
    <dgm:cxn modelId="{6E539665-6836-4C1E-B7F3-682E3191D130}" srcId="{9ED2CDAC-2DB2-4D12-8162-3708CE313441}" destId="{47AF5171-C442-49B1-B51B-840E57A1AFBF}" srcOrd="5" destOrd="0" parTransId="{9202C849-8A9D-4A69-89B8-17FB35713802}" sibTransId="{33023C4A-AC1C-4CE6-9CB2-397EADD8740D}"/>
    <dgm:cxn modelId="{9F8046F0-B22A-43ED-9483-A167C4210F35}" type="presOf" srcId="{E44D02C4-8548-4531-81FE-8ABA50EAEC89}" destId="{65C39C54-9A23-4E1E-A0D9-125B651EA294}" srcOrd="0" destOrd="0" presId="urn:microsoft.com/office/officeart/2005/8/layout/process4"/>
    <dgm:cxn modelId="{17517D36-991E-48F7-A1C3-70680C91D3D3}" srcId="{9ED2CDAC-2DB2-4D12-8162-3708CE313441}" destId="{010870FE-C682-4D06-B30C-620820171F82}" srcOrd="0" destOrd="0" parTransId="{A5A12255-0701-4FB0-BED2-E98E613A3F12}" sibTransId="{E5E9F7C9-79C7-4BA3-A9C7-AEF2834B9FCD}"/>
    <dgm:cxn modelId="{048CFF63-009B-4434-9679-DF9ED0E77066}" type="presOf" srcId="{010870FE-C682-4D06-B30C-620820171F82}" destId="{9ECF2234-6F0A-48C7-8365-84914D8E9416}" srcOrd="0" destOrd="0" presId="urn:microsoft.com/office/officeart/2005/8/layout/process4"/>
    <dgm:cxn modelId="{0EB5612F-54C4-412B-B07F-F9B5C9E0F222}" srcId="{9ED2CDAC-2DB2-4D12-8162-3708CE313441}" destId="{483618D9-CAD3-40B7-8653-D223B617BB2B}" srcOrd="2" destOrd="0" parTransId="{61FDCEBF-FB28-4995-B4C4-E5005235C861}" sibTransId="{B3407E73-4AC6-4EC4-A405-3C24B0422F4A}"/>
    <dgm:cxn modelId="{5D6747FC-1425-49E3-AAFE-B38B1BEB3B2D}" srcId="{9ED2CDAC-2DB2-4D12-8162-3708CE313441}" destId="{E44D02C4-8548-4531-81FE-8ABA50EAEC89}" srcOrd="4" destOrd="0" parTransId="{5AA9F071-3D46-4B23-AF87-414DC8ED62E2}" sibTransId="{4F64470D-C4C2-457E-9EEE-AFF021D06AA1}"/>
    <dgm:cxn modelId="{3C42344C-F69E-4C94-9E6D-9459F629827C}" type="presParOf" srcId="{9A5D0A21-993E-4444-BCB4-1FC0AB90A280}" destId="{B1790A9D-75C8-49DA-88D7-AC226005B8DC}" srcOrd="0" destOrd="0" presId="urn:microsoft.com/office/officeart/2005/8/layout/process4"/>
    <dgm:cxn modelId="{8DADB3F1-522B-4446-991A-7C3EA1DCA087}" type="presParOf" srcId="{B1790A9D-75C8-49DA-88D7-AC226005B8DC}" destId="{93943EC2-4FDE-41AE-933E-81787676AE76}" srcOrd="0" destOrd="0" presId="urn:microsoft.com/office/officeart/2005/8/layout/process4"/>
    <dgm:cxn modelId="{B6391643-FFD4-420F-BF3C-C4F5D8A01C98}" type="presParOf" srcId="{9A5D0A21-993E-4444-BCB4-1FC0AB90A280}" destId="{0EDEAF4E-49B0-4073-B9D3-889CD48775BC}" srcOrd="1" destOrd="0" presId="urn:microsoft.com/office/officeart/2005/8/layout/process4"/>
    <dgm:cxn modelId="{33CB6982-F121-4291-914E-34ACF93C49AE}" type="presParOf" srcId="{9A5D0A21-993E-4444-BCB4-1FC0AB90A280}" destId="{F056AE85-F563-44FD-85DA-E5183614DD6F}" srcOrd="2" destOrd="0" presId="urn:microsoft.com/office/officeart/2005/8/layout/process4"/>
    <dgm:cxn modelId="{CAC89E42-A99F-45DB-B64B-1A69545B4DB2}" type="presParOf" srcId="{F056AE85-F563-44FD-85DA-E5183614DD6F}" destId="{65C39C54-9A23-4E1E-A0D9-125B651EA294}" srcOrd="0" destOrd="0" presId="urn:microsoft.com/office/officeart/2005/8/layout/process4"/>
    <dgm:cxn modelId="{9889DD54-C777-4C49-A59C-7407F586ECC1}" type="presParOf" srcId="{9A5D0A21-993E-4444-BCB4-1FC0AB90A280}" destId="{E918CFA1-2406-4CE6-A580-AFFDE616A953}" srcOrd="3" destOrd="0" presId="urn:microsoft.com/office/officeart/2005/8/layout/process4"/>
    <dgm:cxn modelId="{AC5E921F-0F05-425C-9F0F-2BEE7D2EB36F}" type="presParOf" srcId="{9A5D0A21-993E-4444-BCB4-1FC0AB90A280}" destId="{DCFD69C8-1673-471A-9B6D-1AA502959A96}" srcOrd="4" destOrd="0" presId="urn:microsoft.com/office/officeart/2005/8/layout/process4"/>
    <dgm:cxn modelId="{BCD9197A-E705-457D-B195-A3E471497CA7}" type="presParOf" srcId="{DCFD69C8-1673-471A-9B6D-1AA502959A96}" destId="{3193DB04-B0F3-497D-B8C8-44B27576A424}" srcOrd="0" destOrd="0" presId="urn:microsoft.com/office/officeart/2005/8/layout/process4"/>
    <dgm:cxn modelId="{68126672-0257-496F-A866-DB7F3703868F}" type="presParOf" srcId="{9A5D0A21-993E-4444-BCB4-1FC0AB90A280}" destId="{560FB762-8960-4B77-98B2-356B0C72AE01}" srcOrd="5" destOrd="0" presId="urn:microsoft.com/office/officeart/2005/8/layout/process4"/>
    <dgm:cxn modelId="{C28F9C7E-FD59-46CA-A26E-F5EA776B9D9A}" type="presParOf" srcId="{9A5D0A21-993E-4444-BCB4-1FC0AB90A280}" destId="{4E121AA7-0E3C-42A4-8200-509E88E82CC2}" srcOrd="6" destOrd="0" presId="urn:microsoft.com/office/officeart/2005/8/layout/process4"/>
    <dgm:cxn modelId="{D0D8A0AF-8499-4BB3-9D6E-68FC96F2E337}" type="presParOf" srcId="{4E121AA7-0E3C-42A4-8200-509E88E82CC2}" destId="{EDC41330-D78C-45D9-B449-AB39A94C7F4B}" srcOrd="0" destOrd="0" presId="urn:microsoft.com/office/officeart/2005/8/layout/process4"/>
    <dgm:cxn modelId="{77A6CE81-6DA2-4E18-B277-C2F90E4EDD28}" type="presParOf" srcId="{9A5D0A21-993E-4444-BCB4-1FC0AB90A280}" destId="{C2BA55D9-8272-4E49-9D75-32D5AFD9EBF9}" srcOrd="7" destOrd="0" presId="urn:microsoft.com/office/officeart/2005/8/layout/process4"/>
    <dgm:cxn modelId="{8F612EED-8AEF-4A7F-B0F9-D0EA309DF394}" type="presParOf" srcId="{9A5D0A21-993E-4444-BCB4-1FC0AB90A280}" destId="{7EB9348F-7B30-4DAE-8EDD-68BFB05515E5}" srcOrd="8" destOrd="0" presId="urn:microsoft.com/office/officeart/2005/8/layout/process4"/>
    <dgm:cxn modelId="{5B7885B8-4B70-4BCC-9AD8-235FA9ED5196}" type="presParOf" srcId="{7EB9348F-7B30-4DAE-8EDD-68BFB05515E5}" destId="{6B053AB7-6ED6-40ED-93B0-F91FDE72F598}" srcOrd="0" destOrd="0" presId="urn:microsoft.com/office/officeart/2005/8/layout/process4"/>
    <dgm:cxn modelId="{36B53E06-A3D5-4E26-AE9A-358DDF65771C}" type="presParOf" srcId="{9A5D0A21-993E-4444-BCB4-1FC0AB90A280}" destId="{FBF979DD-2947-4DB7-B5A7-72F9CDB50071}" srcOrd="9" destOrd="0" presId="urn:microsoft.com/office/officeart/2005/8/layout/process4"/>
    <dgm:cxn modelId="{0D88EB90-A977-4BF6-96FE-94B62DA130EB}" type="presParOf" srcId="{9A5D0A21-993E-4444-BCB4-1FC0AB90A280}" destId="{E2AA0948-5EA1-4BED-A0F7-D61C77ACA8C8}" srcOrd="10" destOrd="0" presId="urn:microsoft.com/office/officeart/2005/8/layout/process4"/>
    <dgm:cxn modelId="{3ED6031B-CE2D-46FA-8C0F-A8FAFD77AB53}" type="presParOf" srcId="{E2AA0948-5EA1-4BED-A0F7-D61C77ACA8C8}" destId="{9ECF2234-6F0A-48C7-8365-84914D8E941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E04A9D-FE9A-4BD1-ABEA-54567E06B8F6}" type="doc">
      <dgm:prSet loTypeId="urn:microsoft.com/office/officeart/2008/layout/HorizontalMultiLevelHierarchy" loCatId="hierarchy" qsTypeId="urn:microsoft.com/office/officeart/2005/8/quickstyle/3d1" qsCatId="3D" csTypeId="urn:microsoft.com/office/officeart/2005/8/colors/accent2_4" csCatId="accent2" phldr="1"/>
      <dgm:spPr/>
      <dgm:t>
        <a:bodyPr/>
        <a:lstStyle/>
        <a:p>
          <a:endParaRPr lang="en-DE"/>
        </a:p>
      </dgm:t>
    </dgm:pt>
    <dgm:pt modelId="{A1B80B17-7CF5-40ED-81B4-F84802730CD7}">
      <dgm:prSet phldrT="[Text]" custT="1"/>
      <dgm:spPr/>
      <dgm:t>
        <a:bodyPr/>
        <a:lstStyle/>
        <a:p>
          <a:r>
            <a:rPr lang="en-IN" sz="2000" dirty="0" smtClean="0"/>
            <a:t>Data Requirements</a:t>
          </a:r>
          <a:endParaRPr lang="en-DE" sz="2000" dirty="0"/>
        </a:p>
      </dgm:t>
    </dgm:pt>
    <dgm:pt modelId="{3E7FBCD2-047C-4D80-B877-23400F6765B9}" type="parTrans" cxnId="{482254B9-BF02-4E20-B1CD-DED39B6D9D07}">
      <dgm:prSet/>
      <dgm:spPr/>
      <dgm:t>
        <a:bodyPr/>
        <a:lstStyle/>
        <a:p>
          <a:endParaRPr lang="en-DE"/>
        </a:p>
      </dgm:t>
    </dgm:pt>
    <dgm:pt modelId="{A36541B4-C5ED-45D2-AC7B-C9FFAA56BB37}" type="sibTrans" cxnId="{482254B9-BF02-4E20-B1CD-DED39B6D9D07}">
      <dgm:prSet/>
      <dgm:spPr/>
      <dgm:t>
        <a:bodyPr/>
        <a:lstStyle/>
        <a:p>
          <a:endParaRPr lang="en-DE"/>
        </a:p>
      </dgm:t>
    </dgm:pt>
    <dgm:pt modelId="{944371DA-9C4C-4123-A286-19E19EF566FD}">
      <dgm:prSet phldrT="[Text]" custT="1"/>
      <dgm:spPr/>
      <dgm:t>
        <a:bodyPr/>
        <a:lstStyle/>
        <a:p>
          <a:r>
            <a:rPr lang="en-IN" sz="1800" dirty="0" smtClean="0"/>
            <a:t>Product Data</a:t>
          </a:r>
          <a:endParaRPr lang="en-DE" sz="1800" dirty="0"/>
        </a:p>
      </dgm:t>
    </dgm:pt>
    <dgm:pt modelId="{D03BB9B2-4FCA-4F0A-AFAE-D39AC9076B6A}" type="parTrans" cxnId="{67ED871B-E655-4944-89CC-E41B45C48668}">
      <dgm:prSet custT="1"/>
      <dgm:spPr/>
      <dgm:t>
        <a:bodyPr/>
        <a:lstStyle/>
        <a:p>
          <a:endParaRPr lang="en-DE" sz="1800"/>
        </a:p>
      </dgm:t>
    </dgm:pt>
    <dgm:pt modelId="{0DFBA380-3656-4F15-8671-A47A2E1181EA}" type="sibTrans" cxnId="{67ED871B-E655-4944-89CC-E41B45C48668}">
      <dgm:prSet/>
      <dgm:spPr/>
      <dgm:t>
        <a:bodyPr/>
        <a:lstStyle/>
        <a:p>
          <a:endParaRPr lang="en-DE"/>
        </a:p>
      </dgm:t>
    </dgm:pt>
    <dgm:pt modelId="{2F63358F-856B-4910-89F1-1DA50EF8C89B}">
      <dgm:prSet phldrT="[Text]" custT="1"/>
      <dgm:spPr/>
      <dgm:t>
        <a:bodyPr/>
        <a:lstStyle/>
        <a:p>
          <a:r>
            <a:rPr lang="en-IN" sz="1800" dirty="0" smtClean="0"/>
            <a:t>Process Data</a:t>
          </a:r>
          <a:endParaRPr lang="en-DE" sz="1800" dirty="0"/>
        </a:p>
      </dgm:t>
    </dgm:pt>
    <dgm:pt modelId="{503214D1-5D4D-41A1-A3AC-0EEB68C6B263}" type="parTrans" cxnId="{BF7CE78D-1B85-4A68-977E-9B64D55E175A}">
      <dgm:prSet custT="1"/>
      <dgm:spPr/>
      <dgm:t>
        <a:bodyPr/>
        <a:lstStyle/>
        <a:p>
          <a:endParaRPr lang="en-DE" sz="1800"/>
        </a:p>
      </dgm:t>
    </dgm:pt>
    <dgm:pt modelId="{08A3C7C8-5C59-4BB9-ACAB-CD417742ADF9}" type="sibTrans" cxnId="{BF7CE78D-1B85-4A68-977E-9B64D55E175A}">
      <dgm:prSet/>
      <dgm:spPr/>
      <dgm:t>
        <a:bodyPr/>
        <a:lstStyle/>
        <a:p>
          <a:endParaRPr lang="en-DE"/>
        </a:p>
      </dgm:t>
    </dgm:pt>
    <dgm:pt modelId="{4F9BDADF-064B-4368-A7D3-5571785415EB}">
      <dgm:prSet phldrT="[Text]" custT="1"/>
      <dgm:spPr/>
      <dgm:t>
        <a:bodyPr/>
        <a:lstStyle/>
        <a:p>
          <a:r>
            <a:rPr lang="en-IN" sz="1800" dirty="0" smtClean="0"/>
            <a:t>Resource Data</a:t>
          </a:r>
          <a:endParaRPr lang="en-DE" sz="1800" dirty="0"/>
        </a:p>
      </dgm:t>
    </dgm:pt>
    <dgm:pt modelId="{1E91D7EE-150A-425B-9E3A-DE0CB36BA260}" type="parTrans" cxnId="{03DC0894-56FF-41E4-8230-ECB4FF787F88}">
      <dgm:prSet custT="1"/>
      <dgm:spPr/>
      <dgm:t>
        <a:bodyPr/>
        <a:lstStyle/>
        <a:p>
          <a:endParaRPr lang="en-DE" sz="1800"/>
        </a:p>
      </dgm:t>
    </dgm:pt>
    <dgm:pt modelId="{5367EB0D-CC2E-45AF-81D4-E51033AAE29A}" type="sibTrans" cxnId="{03DC0894-56FF-41E4-8230-ECB4FF787F88}">
      <dgm:prSet/>
      <dgm:spPr/>
      <dgm:t>
        <a:bodyPr/>
        <a:lstStyle/>
        <a:p>
          <a:endParaRPr lang="en-DE"/>
        </a:p>
      </dgm:t>
    </dgm:pt>
    <dgm:pt modelId="{9357939C-3C63-4FD9-95CB-8111F1F79A97}" type="pres">
      <dgm:prSet presAssocID="{24E04A9D-FE9A-4BD1-ABEA-54567E06B8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D1A8B2F5-658B-427B-A9B9-6732FAB9B6C4}" type="pres">
      <dgm:prSet presAssocID="{A1B80B17-7CF5-40ED-81B4-F84802730CD7}" presName="root1" presStyleCnt="0"/>
      <dgm:spPr/>
      <dgm:t>
        <a:bodyPr/>
        <a:lstStyle/>
        <a:p>
          <a:endParaRPr lang="de-DE"/>
        </a:p>
      </dgm:t>
    </dgm:pt>
    <dgm:pt modelId="{B06FFEEE-B7B9-4DA8-8FF7-8639D080635A}" type="pres">
      <dgm:prSet presAssocID="{A1B80B17-7CF5-40ED-81B4-F84802730CD7}" presName="LevelOneTextNode" presStyleLbl="node0" presStyleIdx="0" presStyleCnt="1" custAng="5400000" custScaleX="103463" custScaleY="53828" custLinFactNeighborX="-35816" custLinFactNeighborY="-1233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2885C294-012A-47F4-9A9E-6F6F23A93E5E}" type="pres">
      <dgm:prSet presAssocID="{A1B80B17-7CF5-40ED-81B4-F84802730CD7}" presName="level2hierChild" presStyleCnt="0"/>
      <dgm:spPr/>
      <dgm:t>
        <a:bodyPr/>
        <a:lstStyle/>
        <a:p>
          <a:endParaRPr lang="de-DE"/>
        </a:p>
      </dgm:t>
    </dgm:pt>
    <dgm:pt modelId="{18EA6552-F49B-4434-BB99-9FC29DA0C6CC}" type="pres">
      <dgm:prSet presAssocID="{D03BB9B2-4FCA-4F0A-AFAE-D39AC9076B6A}" presName="conn2-1" presStyleLbl="parChTrans1D2" presStyleIdx="0" presStyleCnt="3"/>
      <dgm:spPr/>
      <dgm:t>
        <a:bodyPr/>
        <a:lstStyle/>
        <a:p>
          <a:endParaRPr lang="de-DE"/>
        </a:p>
      </dgm:t>
    </dgm:pt>
    <dgm:pt modelId="{967739E9-A4E9-42DC-A084-6AC06357AA2F}" type="pres">
      <dgm:prSet presAssocID="{D03BB9B2-4FCA-4F0A-AFAE-D39AC9076B6A}" presName="connTx" presStyleLbl="parChTrans1D2" presStyleIdx="0" presStyleCnt="3"/>
      <dgm:spPr/>
      <dgm:t>
        <a:bodyPr/>
        <a:lstStyle/>
        <a:p>
          <a:endParaRPr lang="de-DE"/>
        </a:p>
      </dgm:t>
    </dgm:pt>
    <dgm:pt modelId="{CA6DEE53-FE6C-40B6-A67B-7D72AA684142}" type="pres">
      <dgm:prSet presAssocID="{944371DA-9C4C-4123-A286-19E19EF566FD}" presName="root2" presStyleCnt="0"/>
      <dgm:spPr/>
      <dgm:t>
        <a:bodyPr/>
        <a:lstStyle/>
        <a:p>
          <a:endParaRPr lang="de-DE"/>
        </a:p>
      </dgm:t>
    </dgm:pt>
    <dgm:pt modelId="{4D726CAC-5802-44A6-8C62-CCD3D5D0E3ED}" type="pres">
      <dgm:prSet presAssocID="{944371DA-9C4C-4123-A286-19E19EF566FD}" presName="LevelTwoTextNode" presStyleLbl="node2" presStyleIdx="0" presStyleCnt="3" custLinFactNeighborX="47157" custLinFactNeighborY="-3080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CD70C848-8F20-426B-8404-D463339332A7}" type="pres">
      <dgm:prSet presAssocID="{944371DA-9C4C-4123-A286-19E19EF566FD}" presName="level3hierChild" presStyleCnt="0"/>
      <dgm:spPr/>
      <dgm:t>
        <a:bodyPr/>
        <a:lstStyle/>
        <a:p>
          <a:endParaRPr lang="de-DE"/>
        </a:p>
      </dgm:t>
    </dgm:pt>
    <dgm:pt modelId="{2AA7091F-D9BB-414F-93D7-BE96E7CBBCA7}" type="pres">
      <dgm:prSet presAssocID="{503214D1-5D4D-41A1-A3AC-0EEB68C6B263}" presName="conn2-1" presStyleLbl="parChTrans1D2" presStyleIdx="1" presStyleCnt="3"/>
      <dgm:spPr/>
      <dgm:t>
        <a:bodyPr/>
        <a:lstStyle/>
        <a:p>
          <a:endParaRPr lang="de-DE"/>
        </a:p>
      </dgm:t>
    </dgm:pt>
    <dgm:pt modelId="{1F40A2BE-8244-4800-BE1E-CA534932743A}" type="pres">
      <dgm:prSet presAssocID="{503214D1-5D4D-41A1-A3AC-0EEB68C6B263}" presName="connTx" presStyleLbl="parChTrans1D2" presStyleIdx="1" presStyleCnt="3"/>
      <dgm:spPr/>
      <dgm:t>
        <a:bodyPr/>
        <a:lstStyle/>
        <a:p>
          <a:endParaRPr lang="de-DE"/>
        </a:p>
      </dgm:t>
    </dgm:pt>
    <dgm:pt modelId="{6702F329-7284-49A5-9534-0CD76D5C1D84}" type="pres">
      <dgm:prSet presAssocID="{2F63358F-856B-4910-89F1-1DA50EF8C89B}" presName="root2" presStyleCnt="0"/>
      <dgm:spPr/>
      <dgm:t>
        <a:bodyPr/>
        <a:lstStyle/>
        <a:p>
          <a:endParaRPr lang="de-DE"/>
        </a:p>
      </dgm:t>
    </dgm:pt>
    <dgm:pt modelId="{6F9DA580-F4FB-47DF-8219-3BCD4B9DA3EE}" type="pres">
      <dgm:prSet presAssocID="{2F63358F-856B-4910-89F1-1DA50EF8C89B}" presName="LevelTwoTextNode" presStyleLbl="node2" presStyleIdx="1" presStyleCnt="3" custLinFactNeighborX="47157" custLinFactNeighborY="-8578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6FD977F2-2341-4C08-B5CE-3ABBC21530AF}" type="pres">
      <dgm:prSet presAssocID="{2F63358F-856B-4910-89F1-1DA50EF8C89B}" presName="level3hierChild" presStyleCnt="0"/>
      <dgm:spPr/>
      <dgm:t>
        <a:bodyPr/>
        <a:lstStyle/>
        <a:p>
          <a:endParaRPr lang="de-DE"/>
        </a:p>
      </dgm:t>
    </dgm:pt>
    <dgm:pt modelId="{3626DC32-956C-47A4-91B1-3105194640F2}" type="pres">
      <dgm:prSet presAssocID="{1E91D7EE-150A-425B-9E3A-DE0CB36BA260}" presName="conn2-1" presStyleLbl="parChTrans1D2" presStyleIdx="2" presStyleCnt="3"/>
      <dgm:spPr/>
      <dgm:t>
        <a:bodyPr/>
        <a:lstStyle/>
        <a:p>
          <a:endParaRPr lang="de-DE"/>
        </a:p>
      </dgm:t>
    </dgm:pt>
    <dgm:pt modelId="{845284D8-EABB-46D4-ADF2-A213D8F0B363}" type="pres">
      <dgm:prSet presAssocID="{1E91D7EE-150A-425B-9E3A-DE0CB36BA260}" presName="connTx" presStyleLbl="parChTrans1D2" presStyleIdx="2" presStyleCnt="3"/>
      <dgm:spPr/>
      <dgm:t>
        <a:bodyPr/>
        <a:lstStyle/>
        <a:p>
          <a:endParaRPr lang="de-DE"/>
        </a:p>
      </dgm:t>
    </dgm:pt>
    <dgm:pt modelId="{C6E3877E-A584-4A02-915F-4B67CF80AAEF}" type="pres">
      <dgm:prSet presAssocID="{4F9BDADF-064B-4368-A7D3-5571785415EB}" presName="root2" presStyleCnt="0"/>
      <dgm:spPr/>
      <dgm:t>
        <a:bodyPr/>
        <a:lstStyle/>
        <a:p>
          <a:endParaRPr lang="de-DE"/>
        </a:p>
      </dgm:t>
    </dgm:pt>
    <dgm:pt modelId="{8FA68C9C-64C8-47F8-AEF7-B4A19BA10712}" type="pres">
      <dgm:prSet presAssocID="{4F9BDADF-064B-4368-A7D3-5571785415EB}" presName="LevelTwoTextNode" presStyleLbl="node2" presStyleIdx="2" presStyleCnt="3" custLinFactNeighborX="47157" custLinFactNeighborY="-8078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EC2AB447-4D7E-4BDE-B52D-CB211466747D}" type="pres">
      <dgm:prSet presAssocID="{4F9BDADF-064B-4368-A7D3-5571785415EB}" presName="level3hierChild" presStyleCnt="0"/>
      <dgm:spPr/>
      <dgm:t>
        <a:bodyPr/>
        <a:lstStyle/>
        <a:p>
          <a:endParaRPr lang="de-DE"/>
        </a:p>
      </dgm:t>
    </dgm:pt>
  </dgm:ptLst>
  <dgm:cxnLst>
    <dgm:cxn modelId="{CE5E4AAE-970A-41F3-A0AE-A3C5F582A6C5}" type="presOf" srcId="{D03BB9B2-4FCA-4F0A-AFAE-D39AC9076B6A}" destId="{18EA6552-F49B-4434-BB99-9FC29DA0C6CC}" srcOrd="0" destOrd="0" presId="urn:microsoft.com/office/officeart/2008/layout/HorizontalMultiLevelHierarchy"/>
    <dgm:cxn modelId="{885E7024-7B4D-4CB6-AE44-8F335310BA9E}" type="presOf" srcId="{A1B80B17-7CF5-40ED-81B4-F84802730CD7}" destId="{B06FFEEE-B7B9-4DA8-8FF7-8639D080635A}" srcOrd="0" destOrd="0" presId="urn:microsoft.com/office/officeart/2008/layout/HorizontalMultiLevelHierarchy"/>
    <dgm:cxn modelId="{482254B9-BF02-4E20-B1CD-DED39B6D9D07}" srcId="{24E04A9D-FE9A-4BD1-ABEA-54567E06B8F6}" destId="{A1B80B17-7CF5-40ED-81B4-F84802730CD7}" srcOrd="0" destOrd="0" parTransId="{3E7FBCD2-047C-4D80-B877-23400F6765B9}" sibTransId="{A36541B4-C5ED-45D2-AC7B-C9FFAA56BB37}"/>
    <dgm:cxn modelId="{67ED871B-E655-4944-89CC-E41B45C48668}" srcId="{A1B80B17-7CF5-40ED-81B4-F84802730CD7}" destId="{944371DA-9C4C-4123-A286-19E19EF566FD}" srcOrd="0" destOrd="0" parTransId="{D03BB9B2-4FCA-4F0A-AFAE-D39AC9076B6A}" sibTransId="{0DFBA380-3656-4F15-8671-A47A2E1181EA}"/>
    <dgm:cxn modelId="{AB76EFE2-64DC-423C-B307-214B895AAFBC}" type="presOf" srcId="{503214D1-5D4D-41A1-A3AC-0EEB68C6B263}" destId="{1F40A2BE-8244-4800-BE1E-CA534932743A}" srcOrd="1" destOrd="0" presId="urn:microsoft.com/office/officeart/2008/layout/HorizontalMultiLevelHierarchy"/>
    <dgm:cxn modelId="{F517DDB4-CC6D-4E7D-88BD-417834FEB77F}" type="presOf" srcId="{944371DA-9C4C-4123-A286-19E19EF566FD}" destId="{4D726CAC-5802-44A6-8C62-CCD3D5D0E3ED}" srcOrd="0" destOrd="0" presId="urn:microsoft.com/office/officeart/2008/layout/HorizontalMultiLevelHierarchy"/>
    <dgm:cxn modelId="{BF7CE78D-1B85-4A68-977E-9B64D55E175A}" srcId="{A1B80B17-7CF5-40ED-81B4-F84802730CD7}" destId="{2F63358F-856B-4910-89F1-1DA50EF8C89B}" srcOrd="1" destOrd="0" parTransId="{503214D1-5D4D-41A1-A3AC-0EEB68C6B263}" sibTransId="{08A3C7C8-5C59-4BB9-ACAB-CD417742ADF9}"/>
    <dgm:cxn modelId="{BF7F37A5-3D48-462F-93AA-7AC47D455552}" type="presOf" srcId="{D03BB9B2-4FCA-4F0A-AFAE-D39AC9076B6A}" destId="{967739E9-A4E9-42DC-A084-6AC06357AA2F}" srcOrd="1" destOrd="0" presId="urn:microsoft.com/office/officeart/2008/layout/HorizontalMultiLevelHierarchy"/>
    <dgm:cxn modelId="{21B12682-833A-4017-BEFD-9A54D02D4A1F}" type="presOf" srcId="{1E91D7EE-150A-425B-9E3A-DE0CB36BA260}" destId="{3626DC32-956C-47A4-91B1-3105194640F2}" srcOrd="0" destOrd="0" presId="urn:microsoft.com/office/officeart/2008/layout/HorizontalMultiLevelHierarchy"/>
    <dgm:cxn modelId="{06CE6EC8-C26D-492E-9D6F-2F35521FBDBD}" type="presOf" srcId="{503214D1-5D4D-41A1-A3AC-0EEB68C6B263}" destId="{2AA7091F-D9BB-414F-93D7-BE96E7CBBCA7}" srcOrd="0" destOrd="0" presId="urn:microsoft.com/office/officeart/2008/layout/HorizontalMultiLevelHierarchy"/>
    <dgm:cxn modelId="{7B4DA403-7998-4FEA-B5FA-64A42DF201F0}" type="presOf" srcId="{1E91D7EE-150A-425B-9E3A-DE0CB36BA260}" destId="{845284D8-EABB-46D4-ADF2-A213D8F0B363}" srcOrd="1" destOrd="0" presId="urn:microsoft.com/office/officeart/2008/layout/HorizontalMultiLevelHierarchy"/>
    <dgm:cxn modelId="{87EC2E57-92E6-41D8-AFB4-C422E6F84919}" type="presOf" srcId="{2F63358F-856B-4910-89F1-1DA50EF8C89B}" destId="{6F9DA580-F4FB-47DF-8219-3BCD4B9DA3EE}" srcOrd="0" destOrd="0" presId="urn:microsoft.com/office/officeart/2008/layout/HorizontalMultiLevelHierarchy"/>
    <dgm:cxn modelId="{713C3D00-8A6C-45C0-92CF-8D7E976BAE89}" type="presOf" srcId="{24E04A9D-FE9A-4BD1-ABEA-54567E06B8F6}" destId="{9357939C-3C63-4FD9-95CB-8111F1F79A97}" srcOrd="0" destOrd="0" presId="urn:microsoft.com/office/officeart/2008/layout/HorizontalMultiLevelHierarchy"/>
    <dgm:cxn modelId="{7D258782-52B9-482B-8187-044A724E5006}" type="presOf" srcId="{4F9BDADF-064B-4368-A7D3-5571785415EB}" destId="{8FA68C9C-64C8-47F8-AEF7-B4A19BA10712}" srcOrd="0" destOrd="0" presId="urn:microsoft.com/office/officeart/2008/layout/HorizontalMultiLevelHierarchy"/>
    <dgm:cxn modelId="{03DC0894-56FF-41E4-8230-ECB4FF787F88}" srcId="{A1B80B17-7CF5-40ED-81B4-F84802730CD7}" destId="{4F9BDADF-064B-4368-A7D3-5571785415EB}" srcOrd="2" destOrd="0" parTransId="{1E91D7EE-150A-425B-9E3A-DE0CB36BA260}" sibTransId="{5367EB0D-CC2E-45AF-81D4-E51033AAE29A}"/>
    <dgm:cxn modelId="{9EBCD9A6-4012-4486-991B-05D708A65B8B}" type="presParOf" srcId="{9357939C-3C63-4FD9-95CB-8111F1F79A97}" destId="{D1A8B2F5-658B-427B-A9B9-6732FAB9B6C4}" srcOrd="0" destOrd="0" presId="urn:microsoft.com/office/officeart/2008/layout/HorizontalMultiLevelHierarchy"/>
    <dgm:cxn modelId="{10627288-CA72-4B36-B5E2-FDE4CAA76FF2}" type="presParOf" srcId="{D1A8B2F5-658B-427B-A9B9-6732FAB9B6C4}" destId="{B06FFEEE-B7B9-4DA8-8FF7-8639D080635A}" srcOrd="0" destOrd="0" presId="urn:microsoft.com/office/officeart/2008/layout/HorizontalMultiLevelHierarchy"/>
    <dgm:cxn modelId="{10DB4554-97FF-4F81-B260-28D73718445D}" type="presParOf" srcId="{D1A8B2F5-658B-427B-A9B9-6732FAB9B6C4}" destId="{2885C294-012A-47F4-9A9E-6F6F23A93E5E}" srcOrd="1" destOrd="0" presId="urn:microsoft.com/office/officeart/2008/layout/HorizontalMultiLevelHierarchy"/>
    <dgm:cxn modelId="{A15A8A30-C2CF-4BE3-B189-EDBF901150D2}" type="presParOf" srcId="{2885C294-012A-47F4-9A9E-6F6F23A93E5E}" destId="{18EA6552-F49B-4434-BB99-9FC29DA0C6CC}" srcOrd="0" destOrd="0" presId="urn:microsoft.com/office/officeart/2008/layout/HorizontalMultiLevelHierarchy"/>
    <dgm:cxn modelId="{185A76D9-12BC-47C8-A6F5-20A5D2092675}" type="presParOf" srcId="{18EA6552-F49B-4434-BB99-9FC29DA0C6CC}" destId="{967739E9-A4E9-42DC-A084-6AC06357AA2F}" srcOrd="0" destOrd="0" presId="urn:microsoft.com/office/officeart/2008/layout/HorizontalMultiLevelHierarchy"/>
    <dgm:cxn modelId="{ADB1325A-89D3-4258-8E2E-F375271828F2}" type="presParOf" srcId="{2885C294-012A-47F4-9A9E-6F6F23A93E5E}" destId="{CA6DEE53-FE6C-40B6-A67B-7D72AA684142}" srcOrd="1" destOrd="0" presId="urn:microsoft.com/office/officeart/2008/layout/HorizontalMultiLevelHierarchy"/>
    <dgm:cxn modelId="{84B6A0D2-6B73-41C6-8C21-806E5DB74FBA}" type="presParOf" srcId="{CA6DEE53-FE6C-40B6-A67B-7D72AA684142}" destId="{4D726CAC-5802-44A6-8C62-CCD3D5D0E3ED}" srcOrd="0" destOrd="0" presId="urn:microsoft.com/office/officeart/2008/layout/HorizontalMultiLevelHierarchy"/>
    <dgm:cxn modelId="{E665369A-A22D-4439-9A32-7A76E90EAAC3}" type="presParOf" srcId="{CA6DEE53-FE6C-40B6-A67B-7D72AA684142}" destId="{CD70C848-8F20-426B-8404-D463339332A7}" srcOrd="1" destOrd="0" presId="urn:microsoft.com/office/officeart/2008/layout/HorizontalMultiLevelHierarchy"/>
    <dgm:cxn modelId="{48CDD811-90A5-41B0-B32F-03CE8A7CD05F}" type="presParOf" srcId="{2885C294-012A-47F4-9A9E-6F6F23A93E5E}" destId="{2AA7091F-D9BB-414F-93D7-BE96E7CBBCA7}" srcOrd="2" destOrd="0" presId="urn:microsoft.com/office/officeart/2008/layout/HorizontalMultiLevelHierarchy"/>
    <dgm:cxn modelId="{32EB1F48-BA0B-47A6-8C66-9C995C0B34B6}" type="presParOf" srcId="{2AA7091F-D9BB-414F-93D7-BE96E7CBBCA7}" destId="{1F40A2BE-8244-4800-BE1E-CA534932743A}" srcOrd="0" destOrd="0" presId="urn:microsoft.com/office/officeart/2008/layout/HorizontalMultiLevelHierarchy"/>
    <dgm:cxn modelId="{447FCD99-9195-4CEC-A239-B9D41DADF344}" type="presParOf" srcId="{2885C294-012A-47F4-9A9E-6F6F23A93E5E}" destId="{6702F329-7284-49A5-9534-0CD76D5C1D84}" srcOrd="3" destOrd="0" presId="urn:microsoft.com/office/officeart/2008/layout/HorizontalMultiLevelHierarchy"/>
    <dgm:cxn modelId="{B5CA7FBD-1DB4-460F-8F4C-14485810D3B1}" type="presParOf" srcId="{6702F329-7284-49A5-9534-0CD76D5C1D84}" destId="{6F9DA580-F4FB-47DF-8219-3BCD4B9DA3EE}" srcOrd="0" destOrd="0" presId="urn:microsoft.com/office/officeart/2008/layout/HorizontalMultiLevelHierarchy"/>
    <dgm:cxn modelId="{A93D87B1-5CBA-4B4F-A894-238218D82874}" type="presParOf" srcId="{6702F329-7284-49A5-9534-0CD76D5C1D84}" destId="{6FD977F2-2341-4C08-B5CE-3ABBC21530AF}" srcOrd="1" destOrd="0" presId="urn:microsoft.com/office/officeart/2008/layout/HorizontalMultiLevelHierarchy"/>
    <dgm:cxn modelId="{F22907D4-A928-45F7-AA7B-EA5F7F673790}" type="presParOf" srcId="{2885C294-012A-47F4-9A9E-6F6F23A93E5E}" destId="{3626DC32-956C-47A4-91B1-3105194640F2}" srcOrd="4" destOrd="0" presId="urn:microsoft.com/office/officeart/2008/layout/HorizontalMultiLevelHierarchy"/>
    <dgm:cxn modelId="{30BA608E-6F84-46D5-93DD-3C44D8601B30}" type="presParOf" srcId="{3626DC32-956C-47A4-91B1-3105194640F2}" destId="{845284D8-EABB-46D4-ADF2-A213D8F0B363}" srcOrd="0" destOrd="0" presId="urn:microsoft.com/office/officeart/2008/layout/HorizontalMultiLevelHierarchy"/>
    <dgm:cxn modelId="{9CB15966-EE6C-4C2F-9EDC-DC4F537EFC4D}" type="presParOf" srcId="{2885C294-012A-47F4-9A9E-6F6F23A93E5E}" destId="{C6E3877E-A584-4A02-915F-4B67CF80AAEF}" srcOrd="5" destOrd="0" presId="urn:microsoft.com/office/officeart/2008/layout/HorizontalMultiLevelHierarchy"/>
    <dgm:cxn modelId="{C4E92370-1C15-465C-A006-42FE856C5234}" type="presParOf" srcId="{C6E3877E-A584-4A02-915F-4B67CF80AAEF}" destId="{8FA68C9C-64C8-47F8-AEF7-B4A19BA10712}" srcOrd="0" destOrd="0" presId="urn:microsoft.com/office/officeart/2008/layout/HorizontalMultiLevelHierarchy"/>
    <dgm:cxn modelId="{2861EEB6-CEA1-48AF-B89C-858699B6B7A1}" type="presParOf" srcId="{C6E3877E-A584-4A02-915F-4B67CF80AAEF}" destId="{EC2AB447-4D7E-4BDE-B52D-CB211466747D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32A2A2-8DEC-4684-A113-303232D839F2}" type="doc">
      <dgm:prSet loTypeId="urn:microsoft.com/office/officeart/2005/8/layout/hierarchy2" loCatId="hierarchy" qsTypeId="urn:microsoft.com/office/officeart/2005/8/quickstyle/3d1" qsCatId="3D" csTypeId="urn:microsoft.com/office/officeart/2005/8/colors/accent2_4" csCatId="accent2" phldr="1"/>
      <dgm:spPr/>
      <dgm:t>
        <a:bodyPr/>
        <a:lstStyle/>
        <a:p>
          <a:endParaRPr lang="en-DE"/>
        </a:p>
      </dgm:t>
    </dgm:pt>
    <dgm:pt modelId="{A93ED123-F7D6-45C2-A06A-8C5466A92928}">
      <dgm:prSet phldrT="[Text]" custT="1"/>
      <dgm:spPr/>
      <dgm:t>
        <a:bodyPr/>
        <a:lstStyle/>
        <a:p>
          <a:r>
            <a:rPr lang="en-IN" sz="1800" dirty="0" smtClean="0"/>
            <a:t>Product</a:t>
          </a:r>
          <a:endParaRPr lang="en-DE" sz="1800" dirty="0"/>
        </a:p>
      </dgm:t>
    </dgm:pt>
    <dgm:pt modelId="{122338F4-F47E-4F02-9DE6-8C1A1DDE0A8C}" type="parTrans" cxnId="{8E321499-638A-48E0-9F02-51EC12B26547}">
      <dgm:prSet/>
      <dgm:spPr/>
      <dgm:t>
        <a:bodyPr/>
        <a:lstStyle/>
        <a:p>
          <a:endParaRPr lang="en-DE"/>
        </a:p>
      </dgm:t>
    </dgm:pt>
    <dgm:pt modelId="{AE7F6306-D31A-443D-960A-54CC23D95D8F}" type="sibTrans" cxnId="{8E321499-638A-48E0-9F02-51EC12B26547}">
      <dgm:prSet/>
      <dgm:spPr/>
      <dgm:t>
        <a:bodyPr/>
        <a:lstStyle/>
        <a:p>
          <a:endParaRPr lang="en-DE"/>
        </a:p>
      </dgm:t>
    </dgm:pt>
    <dgm:pt modelId="{8BAE5D6B-99D6-4E3F-9926-78257B564964}">
      <dgm:prSet phldrT="[Text]" custT="1"/>
      <dgm:spPr/>
      <dgm:t>
        <a:bodyPr/>
        <a:lstStyle/>
        <a:p>
          <a:r>
            <a:rPr lang="en-IN" sz="1800" smtClean="0"/>
            <a:t>Physical Properties</a:t>
          </a:r>
          <a:endParaRPr lang="en-DE" sz="1800" dirty="0"/>
        </a:p>
      </dgm:t>
    </dgm:pt>
    <dgm:pt modelId="{46043A9A-2B71-449D-BACB-7C9434432D8E}" type="parTrans" cxnId="{69941286-1D50-4A02-87BE-1FFD8D05FA07}">
      <dgm:prSet custT="1"/>
      <dgm:spPr/>
      <dgm:t>
        <a:bodyPr/>
        <a:lstStyle/>
        <a:p>
          <a:endParaRPr lang="en-DE" sz="1800"/>
        </a:p>
      </dgm:t>
    </dgm:pt>
    <dgm:pt modelId="{1B25C0DB-EC71-4553-B66C-B741599E7344}" type="sibTrans" cxnId="{69941286-1D50-4A02-87BE-1FFD8D05FA07}">
      <dgm:prSet/>
      <dgm:spPr/>
      <dgm:t>
        <a:bodyPr/>
        <a:lstStyle/>
        <a:p>
          <a:endParaRPr lang="en-DE"/>
        </a:p>
      </dgm:t>
    </dgm:pt>
    <dgm:pt modelId="{E2807F25-FE83-46D2-9EAD-B62E2D76CF8C}">
      <dgm:prSet phldrT="[Text]" custT="1"/>
      <dgm:spPr/>
      <dgm:t>
        <a:bodyPr/>
        <a:lstStyle/>
        <a:p>
          <a:r>
            <a:rPr lang="en-IN" sz="1800" dirty="0" smtClean="0"/>
            <a:t>Mass</a:t>
          </a:r>
          <a:endParaRPr lang="en-DE" sz="1800" dirty="0"/>
        </a:p>
      </dgm:t>
    </dgm:pt>
    <dgm:pt modelId="{D2A9B9B0-E6D3-46D3-99FD-7E34BFF0E93C}" type="parTrans" cxnId="{6FB67196-05D6-4C65-928D-3CE3DBC847A7}">
      <dgm:prSet custT="1"/>
      <dgm:spPr/>
      <dgm:t>
        <a:bodyPr/>
        <a:lstStyle/>
        <a:p>
          <a:endParaRPr lang="en-DE" sz="1800"/>
        </a:p>
      </dgm:t>
    </dgm:pt>
    <dgm:pt modelId="{BDFB9DE9-7268-4A48-91CA-DCB3AC71D1F9}" type="sibTrans" cxnId="{6FB67196-05D6-4C65-928D-3CE3DBC847A7}">
      <dgm:prSet/>
      <dgm:spPr/>
      <dgm:t>
        <a:bodyPr/>
        <a:lstStyle/>
        <a:p>
          <a:endParaRPr lang="en-DE"/>
        </a:p>
      </dgm:t>
    </dgm:pt>
    <dgm:pt modelId="{C98EC358-08D7-4C26-B2A6-1C7172211C4F}">
      <dgm:prSet phldrT="[Text]" custT="1"/>
      <dgm:spPr/>
      <dgm:t>
        <a:bodyPr/>
        <a:lstStyle/>
        <a:p>
          <a:r>
            <a:rPr lang="en-IN" sz="1800" dirty="0" smtClean="0"/>
            <a:t>Center of Mass</a:t>
          </a:r>
          <a:endParaRPr lang="en-DE" sz="1800" dirty="0"/>
        </a:p>
      </dgm:t>
    </dgm:pt>
    <dgm:pt modelId="{BA253408-51EC-443F-B0AC-285EE150BE9F}" type="parTrans" cxnId="{EF801EB1-49A5-4734-8743-C62578E61022}">
      <dgm:prSet custT="1"/>
      <dgm:spPr/>
      <dgm:t>
        <a:bodyPr/>
        <a:lstStyle/>
        <a:p>
          <a:endParaRPr lang="en-DE" sz="1800"/>
        </a:p>
      </dgm:t>
    </dgm:pt>
    <dgm:pt modelId="{F69CDE57-6E17-4A61-A0D7-AD553637F91B}" type="sibTrans" cxnId="{EF801EB1-49A5-4734-8743-C62578E61022}">
      <dgm:prSet/>
      <dgm:spPr/>
      <dgm:t>
        <a:bodyPr/>
        <a:lstStyle/>
        <a:p>
          <a:endParaRPr lang="en-DE"/>
        </a:p>
      </dgm:t>
    </dgm:pt>
    <dgm:pt modelId="{B4901C46-5977-44A0-B2D2-ABBB61718587}">
      <dgm:prSet phldrT="[Text]" custT="1"/>
      <dgm:spPr/>
      <dgm:t>
        <a:bodyPr/>
        <a:lstStyle/>
        <a:p>
          <a:r>
            <a:rPr lang="en-IN" sz="1800" smtClean="0"/>
            <a:t>Material Properties</a:t>
          </a:r>
          <a:endParaRPr lang="en-DE" sz="1800" dirty="0"/>
        </a:p>
      </dgm:t>
    </dgm:pt>
    <dgm:pt modelId="{BBD612C0-ED8D-4BCD-A5F8-1AB490A4716A}" type="parTrans" cxnId="{92CEC5DA-DA8F-4804-9E73-61D28C81EE43}">
      <dgm:prSet custT="1"/>
      <dgm:spPr/>
      <dgm:t>
        <a:bodyPr/>
        <a:lstStyle/>
        <a:p>
          <a:endParaRPr lang="en-DE" sz="1800"/>
        </a:p>
      </dgm:t>
    </dgm:pt>
    <dgm:pt modelId="{D5AA19A6-D37F-4AC3-AA00-89FE68103537}" type="sibTrans" cxnId="{92CEC5DA-DA8F-4804-9E73-61D28C81EE43}">
      <dgm:prSet/>
      <dgm:spPr/>
      <dgm:t>
        <a:bodyPr/>
        <a:lstStyle/>
        <a:p>
          <a:endParaRPr lang="en-DE"/>
        </a:p>
      </dgm:t>
    </dgm:pt>
    <dgm:pt modelId="{3B00D8FC-44EE-4526-96E2-52D66ADCF948}">
      <dgm:prSet phldrT="[Text]" custT="1"/>
      <dgm:spPr/>
      <dgm:t>
        <a:bodyPr/>
        <a:lstStyle/>
        <a:p>
          <a:r>
            <a:rPr lang="en-IN" sz="1800" dirty="0" smtClean="0"/>
            <a:t>Material of the Object</a:t>
          </a:r>
          <a:endParaRPr lang="en-DE" sz="1800" dirty="0"/>
        </a:p>
      </dgm:t>
    </dgm:pt>
    <dgm:pt modelId="{20339495-FAA5-46E3-89C8-C9E2DA13A3FC}" type="parTrans" cxnId="{609167C6-036C-4AF9-8FAC-9FC38000238C}">
      <dgm:prSet custT="1"/>
      <dgm:spPr/>
      <dgm:t>
        <a:bodyPr/>
        <a:lstStyle/>
        <a:p>
          <a:endParaRPr lang="en-DE" sz="1800"/>
        </a:p>
      </dgm:t>
    </dgm:pt>
    <dgm:pt modelId="{159397AD-DB04-4E16-9D8D-EEDF99B84C6D}" type="sibTrans" cxnId="{609167C6-036C-4AF9-8FAC-9FC38000238C}">
      <dgm:prSet/>
      <dgm:spPr/>
      <dgm:t>
        <a:bodyPr/>
        <a:lstStyle/>
        <a:p>
          <a:endParaRPr lang="en-DE"/>
        </a:p>
      </dgm:t>
    </dgm:pt>
    <dgm:pt modelId="{BB2E1A53-C8D2-4068-B730-F0091A6CFEDF}">
      <dgm:prSet phldrT="[Text]" custT="1"/>
      <dgm:spPr/>
      <dgm:t>
        <a:bodyPr/>
        <a:lstStyle/>
        <a:p>
          <a:r>
            <a:rPr lang="en-IN" sz="1800" dirty="0" smtClean="0"/>
            <a:t>Geometry</a:t>
          </a:r>
          <a:endParaRPr lang="en-DE" sz="1800" dirty="0"/>
        </a:p>
      </dgm:t>
    </dgm:pt>
    <dgm:pt modelId="{D6CE3928-0EA8-43C1-B0DB-EC7E57E5FD02}" type="parTrans" cxnId="{DED3A303-7842-44E9-B368-87EB6EB0A862}">
      <dgm:prSet custT="1"/>
      <dgm:spPr/>
      <dgm:t>
        <a:bodyPr/>
        <a:lstStyle/>
        <a:p>
          <a:endParaRPr lang="en-DE" sz="1800"/>
        </a:p>
      </dgm:t>
    </dgm:pt>
    <dgm:pt modelId="{D9BE3926-53B4-4410-85D3-3B2ACA0B295E}" type="sibTrans" cxnId="{DED3A303-7842-44E9-B368-87EB6EB0A862}">
      <dgm:prSet/>
      <dgm:spPr/>
      <dgm:t>
        <a:bodyPr/>
        <a:lstStyle/>
        <a:p>
          <a:endParaRPr lang="en-DE"/>
        </a:p>
      </dgm:t>
    </dgm:pt>
    <dgm:pt modelId="{29D22DBD-0AD2-4C0A-9487-40B7347C7590}">
      <dgm:prSet phldrT="[Text]" custT="1"/>
      <dgm:spPr/>
      <dgm:t>
        <a:bodyPr/>
        <a:lstStyle/>
        <a:p>
          <a:r>
            <a:rPr lang="en-IN" sz="1800" dirty="0" smtClean="0"/>
            <a:t>Surface Friction</a:t>
          </a:r>
          <a:endParaRPr lang="en-DE" sz="1800" dirty="0"/>
        </a:p>
      </dgm:t>
    </dgm:pt>
    <dgm:pt modelId="{26541B9C-BC26-4F51-A507-042C6B960E4B}" type="parTrans" cxnId="{FD8A643A-2D3B-4CB7-8F6B-676C2411ED28}">
      <dgm:prSet custT="1"/>
      <dgm:spPr/>
      <dgm:t>
        <a:bodyPr/>
        <a:lstStyle/>
        <a:p>
          <a:endParaRPr lang="en-DE" sz="1800"/>
        </a:p>
      </dgm:t>
    </dgm:pt>
    <dgm:pt modelId="{FD913FCA-75C4-400B-8664-2973A0AF17C2}" type="sibTrans" cxnId="{FD8A643A-2D3B-4CB7-8F6B-676C2411ED28}">
      <dgm:prSet/>
      <dgm:spPr/>
      <dgm:t>
        <a:bodyPr/>
        <a:lstStyle/>
        <a:p>
          <a:endParaRPr lang="en-DE"/>
        </a:p>
      </dgm:t>
    </dgm:pt>
    <dgm:pt modelId="{8FBDEE8F-CB97-416E-A221-6984035B8B31}" type="pres">
      <dgm:prSet presAssocID="{D232A2A2-8DEC-4684-A113-303232D839F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BB8FE39B-F610-4463-9577-EE040BBEE4A3}" type="pres">
      <dgm:prSet presAssocID="{A93ED123-F7D6-45C2-A06A-8C5466A92928}" presName="root1" presStyleCnt="0"/>
      <dgm:spPr/>
    </dgm:pt>
    <dgm:pt modelId="{6B5E2167-9817-4C36-969E-EB10DEDE67EF}" type="pres">
      <dgm:prSet presAssocID="{A93ED123-F7D6-45C2-A06A-8C5466A92928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6FF70B18-6EEB-4EA3-A632-7D263011BA2A}" type="pres">
      <dgm:prSet presAssocID="{A93ED123-F7D6-45C2-A06A-8C5466A92928}" presName="level2hierChild" presStyleCnt="0"/>
      <dgm:spPr/>
    </dgm:pt>
    <dgm:pt modelId="{8C70E828-E6F2-4132-8E64-2735A4804265}" type="pres">
      <dgm:prSet presAssocID="{46043A9A-2B71-449D-BACB-7C9434432D8E}" presName="conn2-1" presStyleLbl="parChTrans1D2" presStyleIdx="0" presStyleCnt="2"/>
      <dgm:spPr/>
      <dgm:t>
        <a:bodyPr/>
        <a:lstStyle/>
        <a:p>
          <a:endParaRPr lang="de-DE"/>
        </a:p>
      </dgm:t>
    </dgm:pt>
    <dgm:pt modelId="{C933FD10-6E91-4965-AA02-2D2DD46088D6}" type="pres">
      <dgm:prSet presAssocID="{46043A9A-2B71-449D-BACB-7C9434432D8E}" presName="connTx" presStyleLbl="parChTrans1D2" presStyleIdx="0" presStyleCnt="2"/>
      <dgm:spPr/>
      <dgm:t>
        <a:bodyPr/>
        <a:lstStyle/>
        <a:p>
          <a:endParaRPr lang="de-DE"/>
        </a:p>
      </dgm:t>
    </dgm:pt>
    <dgm:pt modelId="{F3A67161-83DE-4429-BC46-EE753EE4AB4D}" type="pres">
      <dgm:prSet presAssocID="{8BAE5D6B-99D6-4E3F-9926-78257B564964}" presName="root2" presStyleCnt="0"/>
      <dgm:spPr/>
    </dgm:pt>
    <dgm:pt modelId="{7D1A88FD-EA1D-4915-B083-F260DFB2D591}" type="pres">
      <dgm:prSet presAssocID="{8BAE5D6B-99D6-4E3F-9926-78257B564964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B4AB923A-4C13-41D8-AD31-D28265620282}" type="pres">
      <dgm:prSet presAssocID="{8BAE5D6B-99D6-4E3F-9926-78257B564964}" presName="level3hierChild" presStyleCnt="0"/>
      <dgm:spPr/>
    </dgm:pt>
    <dgm:pt modelId="{D53634C5-7E3F-4707-8E12-BD819ABD61B5}" type="pres">
      <dgm:prSet presAssocID="{D2A9B9B0-E6D3-46D3-99FD-7E34BFF0E93C}" presName="conn2-1" presStyleLbl="parChTrans1D3" presStyleIdx="0" presStyleCnt="5"/>
      <dgm:spPr/>
      <dgm:t>
        <a:bodyPr/>
        <a:lstStyle/>
        <a:p>
          <a:endParaRPr lang="de-DE"/>
        </a:p>
      </dgm:t>
    </dgm:pt>
    <dgm:pt modelId="{79028009-C992-49A7-B1D9-C4420670741C}" type="pres">
      <dgm:prSet presAssocID="{D2A9B9B0-E6D3-46D3-99FD-7E34BFF0E93C}" presName="connTx" presStyleLbl="parChTrans1D3" presStyleIdx="0" presStyleCnt="5"/>
      <dgm:spPr/>
      <dgm:t>
        <a:bodyPr/>
        <a:lstStyle/>
        <a:p>
          <a:endParaRPr lang="de-DE"/>
        </a:p>
      </dgm:t>
    </dgm:pt>
    <dgm:pt modelId="{2AD6704F-BAE6-460D-B711-F4C68024A614}" type="pres">
      <dgm:prSet presAssocID="{E2807F25-FE83-46D2-9EAD-B62E2D76CF8C}" presName="root2" presStyleCnt="0"/>
      <dgm:spPr/>
    </dgm:pt>
    <dgm:pt modelId="{32F04C52-FE1A-4018-9EBF-36D527161EF4}" type="pres">
      <dgm:prSet presAssocID="{E2807F25-FE83-46D2-9EAD-B62E2D76CF8C}" presName="LevelTwoTextNode" presStyleLbl="node3" presStyleIdx="0" presStyleCnt="5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139F3ABD-7013-4E69-A3BE-55C2388D4BB9}" type="pres">
      <dgm:prSet presAssocID="{E2807F25-FE83-46D2-9EAD-B62E2D76CF8C}" presName="level3hierChild" presStyleCnt="0"/>
      <dgm:spPr/>
    </dgm:pt>
    <dgm:pt modelId="{84EFA2A3-E27F-4232-8B32-F7E2876C0E2F}" type="pres">
      <dgm:prSet presAssocID="{D6CE3928-0EA8-43C1-B0DB-EC7E57E5FD02}" presName="conn2-1" presStyleLbl="parChTrans1D3" presStyleIdx="1" presStyleCnt="5"/>
      <dgm:spPr/>
      <dgm:t>
        <a:bodyPr/>
        <a:lstStyle/>
        <a:p>
          <a:endParaRPr lang="de-DE"/>
        </a:p>
      </dgm:t>
    </dgm:pt>
    <dgm:pt modelId="{0C3724F6-80DA-495B-9FB0-7D1AF2C429E3}" type="pres">
      <dgm:prSet presAssocID="{D6CE3928-0EA8-43C1-B0DB-EC7E57E5FD02}" presName="connTx" presStyleLbl="parChTrans1D3" presStyleIdx="1" presStyleCnt="5"/>
      <dgm:spPr/>
      <dgm:t>
        <a:bodyPr/>
        <a:lstStyle/>
        <a:p>
          <a:endParaRPr lang="de-DE"/>
        </a:p>
      </dgm:t>
    </dgm:pt>
    <dgm:pt modelId="{DA4C5495-11DA-458A-9435-9EE173EA9257}" type="pres">
      <dgm:prSet presAssocID="{BB2E1A53-C8D2-4068-B730-F0091A6CFEDF}" presName="root2" presStyleCnt="0"/>
      <dgm:spPr/>
    </dgm:pt>
    <dgm:pt modelId="{4901D2B1-80DF-4280-83BD-021B8191B714}" type="pres">
      <dgm:prSet presAssocID="{BB2E1A53-C8D2-4068-B730-F0091A6CFEDF}" presName="LevelTwoTextNode" presStyleLbl="node3" presStyleIdx="1" presStyleCnt="5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0AE8B932-C8F7-41D7-AA02-A1F75C00789A}" type="pres">
      <dgm:prSet presAssocID="{BB2E1A53-C8D2-4068-B730-F0091A6CFEDF}" presName="level3hierChild" presStyleCnt="0"/>
      <dgm:spPr/>
    </dgm:pt>
    <dgm:pt modelId="{1EE717D3-BA1E-44F2-8F09-7B91C3930B03}" type="pres">
      <dgm:prSet presAssocID="{BA253408-51EC-443F-B0AC-285EE150BE9F}" presName="conn2-1" presStyleLbl="parChTrans1D3" presStyleIdx="2" presStyleCnt="5"/>
      <dgm:spPr/>
      <dgm:t>
        <a:bodyPr/>
        <a:lstStyle/>
        <a:p>
          <a:endParaRPr lang="de-DE"/>
        </a:p>
      </dgm:t>
    </dgm:pt>
    <dgm:pt modelId="{BC5F6979-A4E7-4586-B44A-0AD3263C5543}" type="pres">
      <dgm:prSet presAssocID="{BA253408-51EC-443F-B0AC-285EE150BE9F}" presName="connTx" presStyleLbl="parChTrans1D3" presStyleIdx="2" presStyleCnt="5"/>
      <dgm:spPr/>
      <dgm:t>
        <a:bodyPr/>
        <a:lstStyle/>
        <a:p>
          <a:endParaRPr lang="de-DE"/>
        </a:p>
      </dgm:t>
    </dgm:pt>
    <dgm:pt modelId="{C6716EA0-ED79-4992-B868-BB34AFBBFFC8}" type="pres">
      <dgm:prSet presAssocID="{C98EC358-08D7-4C26-B2A6-1C7172211C4F}" presName="root2" presStyleCnt="0"/>
      <dgm:spPr/>
    </dgm:pt>
    <dgm:pt modelId="{9F8178FA-F861-49CC-8786-F912919ED8C0}" type="pres">
      <dgm:prSet presAssocID="{C98EC358-08D7-4C26-B2A6-1C7172211C4F}" presName="LevelTwoTextNode" presStyleLbl="node3" presStyleIdx="2" presStyleCnt="5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54D68DF6-ACFA-4ED0-9018-96B362A58E8E}" type="pres">
      <dgm:prSet presAssocID="{C98EC358-08D7-4C26-B2A6-1C7172211C4F}" presName="level3hierChild" presStyleCnt="0"/>
      <dgm:spPr/>
    </dgm:pt>
    <dgm:pt modelId="{E34FA203-E1E7-4BA4-916D-C46BCBDAB921}" type="pres">
      <dgm:prSet presAssocID="{BBD612C0-ED8D-4BCD-A5F8-1AB490A4716A}" presName="conn2-1" presStyleLbl="parChTrans1D2" presStyleIdx="1" presStyleCnt="2"/>
      <dgm:spPr/>
      <dgm:t>
        <a:bodyPr/>
        <a:lstStyle/>
        <a:p>
          <a:endParaRPr lang="de-DE"/>
        </a:p>
      </dgm:t>
    </dgm:pt>
    <dgm:pt modelId="{C64CB864-9E4D-46B8-B7D8-CACA27291340}" type="pres">
      <dgm:prSet presAssocID="{BBD612C0-ED8D-4BCD-A5F8-1AB490A4716A}" presName="connTx" presStyleLbl="parChTrans1D2" presStyleIdx="1" presStyleCnt="2"/>
      <dgm:spPr/>
      <dgm:t>
        <a:bodyPr/>
        <a:lstStyle/>
        <a:p>
          <a:endParaRPr lang="de-DE"/>
        </a:p>
      </dgm:t>
    </dgm:pt>
    <dgm:pt modelId="{10DED26D-07A8-4538-BFAD-4594D64D9CCB}" type="pres">
      <dgm:prSet presAssocID="{B4901C46-5977-44A0-B2D2-ABBB61718587}" presName="root2" presStyleCnt="0"/>
      <dgm:spPr/>
    </dgm:pt>
    <dgm:pt modelId="{48AFF3BF-87DF-41E0-AEE1-6EB5F3409FA4}" type="pres">
      <dgm:prSet presAssocID="{B4901C46-5977-44A0-B2D2-ABBB61718587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4FFD19B1-13AB-416A-AAFC-C39C8F58AC51}" type="pres">
      <dgm:prSet presAssocID="{B4901C46-5977-44A0-B2D2-ABBB61718587}" presName="level3hierChild" presStyleCnt="0"/>
      <dgm:spPr/>
    </dgm:pt>
    <dgm:pt modelId="{0AA5AD8E-D3DC-4F6A-818B-A296483A144A}" type="pres">
      <dgm:prSet presAssocID="{20339495-FAA5-46E3-89C8-C9E2DA13A3FC}" presName="conn2-1" presStyleLbl="parChTrans1D3" presStyleIdx="3" presStyleCnt="5"/>
      <dgm:spPr/>
      <dgm:t>
        <a:bodyPr/>
        <a:lstStyle/>
        <a:p>
          <a:endParaRPr lang="de-DE"/>
        </a:p>
      </dgm:t>
    </dgm:pt>
    <dgm:pt modelId="{89AC993D-A6F5-4E90-8A11-114A07B8A209}" type="pres">
      <dgm:prSet presAssocID="{20339495-FAA5-46E3-89C8-C9E2DA13A3FC}" presName="connTx" presStyleLbl="parChTrans1D3" presStyleIdx="3" presStyleCnt="5"/>
      <dgm:spPr/>
      <dgm:t>
        <a:bodyPr/>
        <a:lstStyle/>
        <a:p>
          <a:endParaRPr lang="de-DE"/>
        </a:p>
      </dgm:t>
    </dgm:pt>
    <dgm:pt modelId="{1C8F9342-8C27-4D73-9FDF-7FB2A86F309E}" type="pres">
      <dgm:prSet presAssocID="{3B00D8FC-44EE-4526-96E2-52D66ADCF948}" presName="root2" presStyleCnt="0"/>
      <dgm:spPr/>
    </dgm:pt>
    <dgm:pt modelId="{0CB977B2-40B2-40FB-8655-62360BB8E190}" type="pres">
      <dgm:prSet presAssocID="{3B00D8FC-44EE-4526-96E2-52D66ADCF948}" presName="LevelTwoTextNode" presStyleLbl="node3" presStyleIdx="3" presStyleCnt="5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D73E2CB1-1FB7-4102-BDBD-B5C250395FF9}" type="pres">
      <dgm:prSet presAssocID="{3B00D8FC-44EE-4526-96E2-52D66ADCF948}" presName="level3hierChild" presStyleCnt="0"/>
      <dgm:spPr/>
    </dgm:pt>
    <dgm:pt modelId="{96B298FF-89CC-4B53-B416-42816DB986A7}" type="pres">
      <dgm:prSet presAssocID="{26541B9C-BC26-4F51-A507-042C6B960E4B}" presName="conn2-1" presStyleLbl="parChTrans1D3" presStyleIdx="4" presStyleCnt="5"/>
      <dgm:spPr/>
      <dgm:t>
        <a:bodyPr/>
        <a:lstStyle/>
        <a:p>
          <a:endParaRPr lang="de-DE"/>
        </a:p>
      </dgm:t>
    </dgm:pt>
    <dgm:pt modelId="{CAD701C7-3542-4BC1-B2F2-0579A458DB78}" type="pres">
      <dgm:prSet presAssocID="{26541B9C-BC26-4F51-A507-042C6B960E4B}" presName="connTx" presStyleLbl="parChTrans1D3" presStyleIdx="4" presStyleCnt="5"/>
      <dgm:spPr/>
      <dgm:t>
        <a:bodyPr/>
        <a:lstStyle/>
        <a:p>
          <a:endParaRPr lang="de-DE"/>
        </a:p>
      </dgm:t>
    </dgm:pt>
    <dgm:pt modelId="{B7D622DA-31EA-4A07-A4BE-B32529B0F8D7}" type="pres">
      <dgm:prSet presAssocID="{29D22DBD-0AD2-4C0A-9487-40B7347C7590}" presName="root2" presStyleCnt="0"/>
      <dgm:spPr/>
    </dgm:pt>
    <dgm:pt modelId="{B35B9647-87C7-4ED0-AEF5-74D0F78EFAFB}" type="pres">
      <dgm:prSet presAssocID="{29D22DBD-0AD2-4C0A-9487-40B7347C7590}" presName="LevelTwoTextNode" presStyleLbl="node3" presStyleIdx="4" presStyleCnt="5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0A33F86E-5F59-4055-AD80-8B746A5708BC}" type="pres">
      <dgm:prSet presAssocID="{29D22DBD-0AD2-4C0A-9487-40B7347C7590}" presName="level3hierChild" presStyleCnt="0"/>
      <dgm:spPr/>
    </dgm:pt>
  </dgm:ptLst>
  <dgm:cxnLst>
    <dgm:cxn modelId="{690C3EB3-6D7F-4008-9BF1-34F9CC5FFD19}" type="presOf" srcId="{D232A2A2-8DEC-4684-A113-303232D839F2}" destId="{8FBDEE8F-CB97-416E-A221-6984035B8B31}" srcOrd="0" destOrd="0" presId="urn:microsoft.com/office/officeart/2005/8/layout/hierarchy2"/>
    <dgm:cxn modelId="{AF12543A-3169-4F15-90F2-14D4D2219956}" type="presOf" srcId="{29D22DBD-0AD2-4C0A-9487-40B7347C7590}" destId="{B35B9647-87C7-4ED0-AEF5-74D0F78EFAFB}" srcOrd="0" destOrd="0" presId="urn:microsoft.com/office/officeart/2005/8/layout/hierarchy2"/>
    <dgm:cxn modelId="{609167C6-036C-4AF9-8FAC-9FC38000238C}" srcId="{B4901C46-5977-44A0-B2D2-ABBB61718587}" destId="{3B00D8FC-44EE-4526-96E2-52D66ADCF948}" srcOrd="0" destOrd="0" parTransId="{20339495-FAA5-46E3-89C8-C9E2DA13A3FC}" sibTransId="{159397AD-DB04-4E16-9D8D-EEDF99B84C6D}"/>
    <dgm:cxn modelId="{28FA639E-0E34-4A49-A9A1-CCE0743336F0}" type="presOf" srcId="{BA253408-51EC-443F-B0AC-285EE150BE9F}" destId="{BC5F6979-A4E7-4586-B44A-0AD3263C5543}" srcOrd="1" destOrd="0" presId="urn:microsoft.com/office/officeart/2005/8/layout/hierarchy2"/>
    <dgm:cxn modelId="{32DF556D-5620-495A-90BB-2E05C13041FC}" type="presOf" srcId="{20339495-FAA5-46E3-89C8-C9E2DA13A3FC}" destId="{0AA5AD8E-D3DC-4F6A-818B-A296483A144A}" srcOrd="0" destOrd="0" presId="urn:microsoft.com/office/officeart/2005/8/layout/hierarchy2"/>
    <dgm:cxn modelId="{08977478-4056-4C32-A5E6-99918F362864}" type="presOf" srcId="{46043A9A-2B71-449D-BACB-7C9434432D8E}" destId="{8C70E828-E6F2-4132-8E64-2735A4804265}" srcOrd="0" destOrd="0" presId="urn:microsoft.com/office/officeart/2005/8/layout/hierarchy2"/>
    <dgm:cxn modelId="{B1B5F4C3-ECF1-45CA-A3DC-04DE16420022}" type="presOf" srcId="{B4901C46-5977-44A0-B2D2-ABBB61718587}" destId="{48AFF3BF-87DF-41E0-AEE1-6EB5F3409FA4}" srcOrd="0" destOrd="0" presId="urn:microsoft.com/office/officeart/2005/8/layout/hierarchy2"/>
    <dgm:cxn modelId="{69941286-1D50-4A02-87BE-1FFD8D05FA07}" srcId="{A93ED123-F7D6-45C2-A06A-8C5466A92928}" destId="{8BAE5D6B-99D6-4E3F-9926-78257B564964}" srcOrd="0" destOrd="0" parTransId="{46043A9A-2B71-449D-BACB-7C9434432D8E}" sibTransId="{1B25C0DB-EC71-4553-B66C-B741599E7344}"/>
    <dgm:cxn modelId="{ED251F58-07D0-4583-87ED-E1F852C4344F}" type="presOf" srcId="{D6CE3928-0EA8-43C1-B0DB-EC7E57E5FD02}" destId="{0C3724F6-80DA-495B-9FB0-7D1AF2C429E3}" srcOrd="1" destOrd="0" presId="urn:microsoft.com/office/officeart/2005/8/layout/hierarchy2"/>
    <dgm:cxn modelId="{72766B89-6097-42CC-91AA-8963798680FD}" type="presOf" srcId="{BB2E1A53-C8D2-4068-B730-F0091A6CFEDF}" destId="{4901D2B1-80DF-4280-83BD-021B8191B714}" srcOrd="0" destOrd="0" presId="urn:microsoft.com/office/officeart/2005/8/layout/hierarchy2"/>
    <dgm:cxn modelId="{CB5EE81E-94A2-4B91-BE59-C64590009435}" type="presOf" srcId="{8BAE5D6B-99D6-4E3F-9926-78257B564964}" destId="{7D1A88FD-EA1D-4915-B083-F260DFB2D591}" srcOrd="0" destOrd="0" presId="urn:microsoft.com/office/officeart/2005/8/layout/hierarchy2"/>
    <dgm:cxn modelId="{92CEC5DA-DA8F-4804-9E73-61D28C81EE43}" srcId="{A93ED123-F7D6-45C2-A06A-8C5466A92928}" destId="{B4901C46-5977-44A0-B2D2-ABBB61718587}" srcOrd="1" destOrd="0" parTransId="{BBD612C0-ED8D-4BCD-A5F8-1AB490A4716A}" sibTransId="{D5AA19A6-D37F-4AC3-AA00-89FE68103537}"/>
    <dgm:cxn modelId="{CE396BE5-FEC0-4213-AE0E-B5BD8287E027}" type="presOf" srcId="{BBD612C0-ED8D-4BCD-A5F8-1AB490A4716A}" destId="{E34FA203-E1E7-4BA4-916D-C46BCBDAB921}" srcOrd="0" destOrd="0" presId="urn:microsoft.com/office/officeart/2005/8/layout/hierarchy2"/>
    <dgm:cxn modelId="{480D6140-8EB0-4FA0-BEF9-1BA4D865E357}" type="presOf" srcId="{3B00D8FC-44EE-4526-96E2-52D66ADCF948}" destId="{0CB977B2-40B2-40FB-8655-62360BB8E190}" srcOrd="0" destOrd="0" presId="urn:microsoft.com/office/officeart/2005/8/layout/hierarchy2"/>
    <dgm:cxn modelId="{2DCE5048-8674-4715-B791-948C6562BE69}" type="presOf" srcId="{D6CE3928-0EA8-43C1-B0DB-EC7E57E5FD02}" destId="{84EFA2A3-E27F-4232-8B32-F7E2876C0E2F}" srcOrd="0" destOrd="0" presId="urn:microsoft.com/office/officeart/2005/8/layout/hierarchy2"/>
    <dgm:cxn modelId="{1B25852C-5993-48A6-90EE-DFE6CD054F5E}" type="presOf" srcId="{C98EC358-08D7-4C26-B2A6-1C7172211C4F}" destId="{9F8178FA-F861-49CC-8786-F912919ED8C0}" srcOrd="0" destOrd="0" presId="urn:microsoft.com/office/officeart/2005/8/layout/hierarchy2"/>
    <dgm:cxn modelId="{E6C7C5DF-AF66-4675-AC58-C6A23442F9F5}" type="presOf" srcId="{26541B9C-BC26-4F51-A507-042C6B960E4B}" destId="{CAD701C7-3542-4BC1-B2F2-0579A458DB78}" srcOrd="1" destOrd="0" presId="urn:microsoft.com/office/officeart/2005/8/layout/hierarchy2"/>
    <dgm:cxn modelId="{76593C2A-3B97-4FB9-8BBD-36A30DD5D563}" type="presOf" srcId="{E2807F25-FE83-46D2-9EAD-B62E2D76CF8C}" destId="{32F04C52-FE1A-4018-9EBF-36D527161EF4}" srcOrd="0" destOrd="0" presId="urn:microsoft.com/office/officeart/2005/8/layout/hierarchy2"/>
    <dgm:cxn modelId="{85DAAAFD-F05E-4A03-9FC2-76D84D98E56C}" type="presOf" srcId="{BA253408-51EC-443F-B0AC-285EE150BE9F}" destId="{1EE717D3-BA1E-44F2-8F09-7B91C3930B03}" srcOrd="0" destOrd="0" presId="urn:microsoft.com/office/officeart/2005/8/layout/hierarchy2"/>
    <dgm:cxn modelId="{A4E357C9-1BEE-4A1D-8BF9-D83F60277F4F}" type="presOf" srcId="{46043A9A-2B71-449D-BACB-7C9434432D8E}" destId="{C933FD10-6E91-4965-AA02-2D2DD46088D6}" srcOrd="1" destOrd="0" presId="urn:microsoft.com/office/officeart/2005/8/layout/hierarchy2"/>
    <dgm:cxn modelId="{82DFD4BA-503C-43EF-88E5-C88E43E17D9A}" type="presOf" srcId="{26541B9C-BC26-4F51-A507-042C6B960E4B}" destId="{96B298FF-89CC-4B53-B416-42816DB986A7}" srcOrd="0" destOrd="0" presId="urn:microsoft.com/office/officeart/2005/8/layout/hierarchy2"/>
    <dgm:cxn modelId="{18630776-7F1E-4B61-9641-150946665B45}" type="presOf" srcId="{D2A9B9B0-E6D3-46D3-99FD-7E34BFF0E93C}" destId="{D53634C5-7E3F-4707-8E12-BD819ABD61B5}" srcOrd="0" destOrd="0" presId="urn:microsoft.com/office/officeart/2005/8/layout/hierarchy2"/>
    <dgm:cxn modelId="{DED3A303-7842-44E9-B368-87EB6EB0A862}" srcId="{8BAE5D6B-99D6-4E3F-9926-78257B564964}" destId="{BB2E1A53-C8D2-4068-B730-F0091A6CFEDF}" srcOrd="1" destOrd="0" parTransId="{D6CE3928-0EA8-43C1-B0DB-EC7E57E5FD02}" sibTransId="{D9BE3926-53B4-4410-85D3-3B2ACA0B295E}"/>
    <dgm:cxn modelId="{6FB67196-05D6-4C65-928D-3CE3DBC847A7}" srcId="{8BAE5D6B-99D6-4E3F-9926-78257B564964}" destId="{E2807F25-FE83-46D2-9EAD-B62E2D76CF8C}" srcOrd="0" destOrd="0" parTransId="{D2A9B9B0-E6D3-46D3-99FD-7E34BFF0E93C}" sibTransId="{BDFB9DE9-7268-4A48-91CA-DCB3AC71D1F9}"/>
    <dgm:cxn modelId="{B78401DF-42BB-4AF9-923A-04F06FA71524}" type="presOf" srcId="{BBD612C0-ED8D-4BCD-A5F8-1AB490A4716A}" destId="{C64CB864-9E4D-46B8-B7D8-CACA27291340}" srcOrd="1" destOrd="0" presId="urn:microsoft.com/office/officeart/2005/8/layout/hierarchy2"/>
    <dgm:cxn modelId="{4083C252-D73F-4C11-A449-C4F9A8155242}" type="presOf" srcId="{A93ED123-F7D6-45C2-A06A-8C5466A92928}" destId="{6B5E2167-9817-4C36-969E-EB10DEDE67EF}" srcOrd="0" destOrd="0" presId="urn:microsoft.com/office/officeart/2005/8/layout/hierarchy2"/>
    <dgm:cxn modelId="{FD8A643A-2D3B-4CB7-8F6B-676C2411ED28}" srcId="{B4901C46-5977-44A0-B2D2-ABBB61718587}" destId="{29D22DBD-0AD2-4C0A-9487-40B7347C7590}" srcOrd="1" destOrd="0" parTransId="{26541B9C-BC26-4F51-A507-042C6B960E4B}" sibTransId="{FD913FCA-75C4-400B-8664-2973A0AF17C2}"/>
    <dgm:cxn modelId="{B52EB71F-8455-4A19-85A9-46CF5454127A}" type="presOf" srcId="{20339495-FAA5-46E3-89C8-C9E2DA13A3FC}" destId="{89AC993D-A6F5-4E90-8A11-114A07B8A209}" srcOrd="1" destOrd="0" presId="urn:microsoft.com/office/officeart/2005/8/layout/hierarchy2"/>
    <dgm:cxn modelId="{EF801EB1-49A5-4734-8743-C62578E61022}" srcId="{8BAE5D6B-99D6-4E3F-9926-78257B564964}" destId="{C98EC358-08D7-4C26-B2A6-1C7172211C4F}" srcOrd="2" destOrd="0" parTransId="{BA253408-51EC-443F-B0AC-285EE150BE9F}" sibTransId="{F69CDE57-6E17-4A61-A0D7-AD553637F91B}"/>
    <dgm:cxn modelId="{4E0796A9-2328-45A7-B33A-BD742F012ACB}" type="presOf" srcId="{D2A9B9B0-E6D3-46D3-99FD-7E34BFF0E93C}" destId="{79028009-C992-49A7-B1D9-C4420670741C}" srcOrd="1" destOrd="0" presId="urn:microsoft.com/office/officeart/2005/8/layout/hierarchy2"/>
    <dgm:cxn modelId="{8E321499-638A-48E0-9F02-51EC12B26547}" srcId="{D232A2A2-8DEC-4684-A113-303232D839F2}" destId="{A93ED123-F7D6-45C2-A06A-8C5466A92928}" srcOrd="0" destOrd="0" parTransId="{122338F4-F47E-4F02-9DE6-8C1A1DDE0A8C}" sibTransId="{AE7F6306-D31A-443D-960A-54CC23D95D8F}"/>
    <dgm:cxn modelId="{103461FB-DF66-466B-8FDA-568564759B6D}" type="presParOf" srcId="{8FBDEE8F-CB97-416E-A221-6984035B8B31}" destId="{BB8FE39B-F610-4463-9577-EE040BBEE4A3}" srcOrd="0" destOrd="0" presId="urn:microsoft.com/office/officeart/2005/8/layout/hierarchy2"/>
    <dgm:cxn modelId="{C8CD4A4D-A1E1-4909-A7ED-8077811D4D87}" type="presParOf" srcId="{BB8FE39B-F610-4463-9577-EE040BBEE4A3}" destId="{6B5E2167-9817-4C36-969E-EB10DEDE67EF}" srcOrd="0" destOrd="0" presId="urn:microsoft.com/office/officeart/2005/8/layout/hierarchy2"/>
    <dgm:cxn modelId="{52FDC6AF-E293-4127-A225-8207108B762C}" type="presParOf" srcId="{BB8FE39B-F610-4463-9577-EE040BBEE4A3}" destId="{6FF70B18-6EEB-4EA3-A632-7D263011BA2A}" srcOrd="1" destOrd="0" presId="urn:microsoft.com/office/officeart/2005/8/layout/hierarchy2"/>
    <dgm:cxn modelId="{6970B09D-4CA8-4FF9-AE09-5A8DEBCB9CDA}" type="presParOf" srcId="{6FF70B18-6EEB-4EA3-A632-7D263011BA2A}" destId="{8C70E828-E6F2-4132-8E64-2735A4804265}" srcOrd="0" destOrd="0" presId="urn:microsoft.com/office/officeart/2005/8/layout/hierarchy2"/>
    <dgm:cxn modelId="{BEE05C0B-608E-41A3-9D2A-4FFC58037B3D}" type="presParOf" srcId="{8C70E828-E6F2-4132-8E64-2735A4804265}" destId="{C933FD10-6E91-4965-AA02-2D2DD46088D6}" srcOrd="0" destOrd="0" presId="urn:microsoft.com/office/officeart/2005/8/layout/hierarchy2"/>
    <dgm:cxn modelId="{2A57521B-740E-42F9-ACD8-7E4C9FFF1534}" type="presParOf" srcId="{6FF70B18-6EEB-4EA3-A632-7D263011BA2A}" destId="{F3A67161-83DE-4429-BC46-EE753EE4AB4D}" srcOrd="1" destOrd="0" presId="urn:microsoft.com/office/officeart/2005/8/layout/hierarchy2"/>
    <dgm:cxn modelId="{45EDD73B-BDBC-4561-857F-4828736FB88E}" type="presParOf" srcId="{F3A67161-83DE-4429-BC46-EE753EE4AB4D}" destId="{7D1A88FD-EA1D-4915-B083-F260DFB2D591}" srcOrd="0" destOrd="0" presId="urn:microsoft.com/office/officeart/2005/8/layout/hierarchy2"/>
    <dgm:cxn modelId="{7C25240F-4667-47D4-9B43-0BCBFAE6C9F9}" type="presParOf" srcId="{F3A67161-83DE-4429-BC46-EE753EE4AB4D}" destId="{B4AB923A-4C13-41D8-AD31-D28265620282}" srcOrd="1" destOrd="0" presId="urn:microsoft.com/office/officeart/2005/8/layout/hierarchy2"/>
    <dgm:cxn modelId="{42A01E78-CC23-43B5-A692-E7EC17BAD306}" type="presParOf" srcId="{B4AB923A-4C13-41D8-AD31-D28265620282}" destId="{D53634C5-7E3F-4707-8E12-BD819ABD61B5}" srcOrd="0" destOrd="0" presId="urn:microsoft.com/office/officeart/2005/8/layout/hierarchy2"/>
    <dgm:cxn modelId="{512914AB-05C7-40C6-8B76-DBEAF88C0ED0}" type="presParOf" srcId="{D53634C5-7E3F-4707-8E12-BD819ABD61B5}" destId="{79028009-C992-49A7-B1D9-C4420670741C}" srcOrd="0" destOrd="0" presId="urn:microsoft.com/office/officeart/2005/8/layout/hierarchy2"/>
    <dgm:cxn modelId="{8613C2B8-38BA-4060-A8C3-1A5DF113EFA5}" type="presParOf" srcId="{B4AB923A-4C13-41D8-AD31-D28265620282}" destId="{2AD6704F-BAE6-460D-B711-F4C68024A614}" srcOrd="1" destOrd="0" presId="urn:microsoft.com/office/officeart/2005/8/layout/hierarchy2"/>
    <dgm:cxn modelId="{ECAA7991-B05A-40E0-92F0-584C5976D17D}" type="presParOf" srcId="{2AD6704F-BAE6-460D-B711-F4C68024A614}" destId="{32F04C52-FE1A-4018-9EBF-36D527161EF4}" srcOrd="0" destOrd="0" presId="urn:microsoft.com/office/officeart/2005/8/layout/hierarchy2"/>
    <dgm:cxn modelId="{9E39CFA7-556D-4B20-8B42-702A64898F2A}" type="presParOf" srcId="{2AD6704F-BAE6-460D-B711-F4C68024A614}" destId="{139F3ABD-7013-4E69-A3BE-55C2388D4BB9}" srcOrd="1" destOrd="0" presId="urn:microsoft.com/office/officeart/2005/8/layout/hierarchy2"/>
    <dgm:cxn modelId="{F72E4382-FA0A-4DF8-8818-9B25DD9A3063}" type="presParOf" srcId="{B4AB923A-4C13-41D8-AD31-D28265620282}" destId="{84EFA2A3-E27F-4232-8B32-F7E2876C0E2F}" srcOrd="2" destOrd="0" presId="urn:microsoft.com/office/officeart/2005/8/layout/hierarchy2"/>
    <dgm:cxn modelId="{70DC8C9F-2559-44D3-AB14-6CDB7ADEF5D4}" type="presParOf" srcId="{84EFA2A3-E27F-4232-8B32-F7E2876C0E2F}" destId="{0C3724F6-80DA-495B-9FB0-7D1AF2C429E3}" srcOrd="0" destOrd="0" presId="urn:microsoft.com/office/officeart/2005/8/layout/hierarchy2"/>
    <dgm:cxn modelId="{499A3BAA-401B-4A58-854B-DB7086377E98}" type="presParOf" srcId="{B4AB923A-4C13-41D8-AD31-D28265620282}" destId="{DA4C5495-11DA-458A-9435-9EE173EA9257}" srcOrd="3" destOrd="0" presId="urn:microsoft.com/office/officeart/2005/8/layout/hierarchy2"/>
    <dgm:cxn modelId="{5B51C3E0-BBE1-4D27-BA3B-BC0AF7E7E237}" type="presParOf" srcId="{DA4C5495-11DA-458A-9435-9EE173EA9257}" destId="{4901D2B1-80DF-4280-83BD-021B8191B714}" srcOrd="0" destOrd="0" presId="urn:microsoft.com/office/officeart/2005/8/layout/hierarchy2"/>
    <dgm:cxn modelId="{5EF51393-C168-4D7C-B479-02557E11079E}" type="presParOf" srcId="{DA4C5495-11DA-458A-9435-9EE173EA9257}" destId="{0AE8B932-C8F7-41D7-AA02-A1F75C00789A}" srcOrd="1" destOrd="0" presId="urn:microsoft.com/office/officeart/2005/8/layout/hierarchy2"/>
    <dgm:cxn modelId="{EB40286F-72DB-4685-B923-3FEE8188AC2D}" type="presParOf" srcId="{B4AB923A-4C13-41D8-AD31-D28265620282}" destId="{1EE717D3-BA1E-44F2-8F09-7B91C3930B03}" srcOrd="4" destOrd="0" presId="urn:microsoft.com/office/officeart/2005/8/layout/hierarchy2"/>
    <dgm:cxn modelId="{FEB92DF3-CAB9-47A7-B935-C72AC0CEA22A}" type="presParOf" srcId="{1EE717D3-BA1E-44F2-8F09-7B91C3930B03}" destId="{BC5F6979-A4E7-4586-B44A-0AD3263C5543}" srcOrd="0" destOrd="0" presId="urn:microsoft.com/office/officeart/2005/8/layout/hierarchy2"/>
    <dgm:cxn modelId="{D6FCB4FF-E280-4043-9507-8F890F4F3A64}" type="presParOf" srcId="{B4AB923A-4C13-41D8-AD31-D28265620282}" destId="{C6716EA0-ED79-4992-B868-BB34AFBBFFC8}" srcOrd="5" destOrd="0" presId="urn:microsoft.com/office/officeart/2005/8/layout/hierarchy2"/>
    <dgm:cxn modelId="{C8E7306F-6723-470A-BB0B-9F391B2B5168}" type="presParOf" srcId="{C6716EA0-ED79-4992-B868-BB34AFBBFFC8}" destId="{9F8178FA-F861-49CC-8786-F912919ED8C0}" srcOrd="0" destOrd="0" presId="urn:microsoft.com/office/officeart/2005/8/layout/hierarchy2"/>
    <dgm:cxn modelId="{B0ECCFE9-26A3-4CD0-961B-9295AFE09FE1}" type="presParOf" srcId="{C6716EA0-ED79-4992-B868-BB34AFBBFFC8}" destId="{54D68DF6-ACFA-4ED0-9018-96B362A58E8E}" srcOrd="1" destOrd="0" presId="urn:microsoft.com/office/officeart/2005/8/layout/hierarchy2"/>
    <dgm:cxn modelId="{2555AC27-835D-4B27-89F7-6CDAAB24CDED}" type="presParOf" srcId="{6FF70B18-6EEB-4EA3-A632-7D263011BA2A}" destId="{E34FA203-E1E7-4BA4-916D-C46BCBDAB921}" srcOrd="2" destOrd="0" presId="urn:microsoft.com/office/officeart/2005/8/layout/hierarchy2"/>
    <dgm:cxn modelId="{7E8C7AD6-9B5B-49A8-9970-10F9F0D058E2}" type="presParOf" srcId="{E34FA203-E1E7-4BA4-916D-C46BCBDAB921}" destId="{C64CB864-9E4D-46B8-B7D8-CACA27291340}" srcOrd="0" destOrd="0" presId="urn:microsoft.com/office/officeart/2005/8/layout/hierarchy2"/>
    <dgm:cxn modelId="{6CA4EC32-BCA1-43A5-8E30-6C9EE30F8833}" type="presParOf" srcId="{6FF70B18-6EEB-4EA3-A632-7D263011BA2A}" destId="{10DED26D-07A8-4538-BFAD-4594D64D9CCB}" srcOrd="3" destOrd="0" presId="urn:microsoft.com/office/officeart/2005/8/layout/hierarchy2"/>
    <dgm:cxn modelId="{EDF09A11-800D-4ADF-A5C1-DE9C2C59F9EE}" type="presParOf" srcId="{10DED26D-07A8-4538-BFAD-4594D64D9CCB}" destId="{48AFF3BF-87DF-41E0-AEE1-6EB5F3409FA4}" srcOrd="0" destOrd="0" presId="urn:microsoft.com/office/officeart/2005/8/layout/hierarchy2"/>
    <dgm:cxn modelId="{20F4D855-A92E-46E2-8C44-3F44508DBD18}" type="presParOf" srcId="{10DED26D-07A8-4538-BFAD-4594D64D9CCB}" destId="{4FFD19B1-13AB-416A-AAFC-C39C8F58AC51}" srcOrd="1" destOrd="0" presId="urn:microsoft.com/office/officeart/2005/8/layout/hierarchy2"/>
    <dgm:cxn modelId="{0B3E8B7A-D976-4F30-90EC-F628E4D69A4F}" type="presParOf" srcId="{4FFD19B1-13AB-416A-AAFC-C39C8F58AC51}" destId="{0AA5AD8E-D3DC-4F6A-818B-A296483A144A}" srcOrd="0" destOrd="0" presId="urn:microsoft.com/office/officeart/2005/8/layout/hierarchy2"/>
    <dgm:cxn modelId="{D49F0D99-E077-409B-9E96-1CA10AB34639}" type="presParOf" srcId="{0AA5AD8E-D3DC-4F6A-818B-A296483A144A}" destId="{89AC993D-A6F5-4E90-8A11-114A07B8A209}" srcOrd="0" destOrd="0" presId="urn:microsoft.com/office/officeart/2005/8/layout/hierarchy2"/>
    <dgm:cxn modelId="{ACF9B66C-D3C0-4C1D-A34A-F0F81955F4AB}" type="presParOf" srcId="{4FFD19B1-13AB-416A-AAFC-C39C8F58AC51}" destId="{1C8F9342-8C27-4D73-9FDF-7FB2A86F309E}" srcOrd="1" destOrd="0" presId="urn:microsoft.com/office/officeart/2005/8/layout/hierarchy2"/>
    <dgm:cxn modelId="{36FF534B-E1E7-46CB-9CE7-4ADE3D1FDBE4}" type="presParOf" srcId="{1C8F9342-8C27-4D73-9FDF-7FB2A86F309E}" destId="{0CB977B2-40B2-40FB-8655-62360BB8E190}" srcOrd="0" destOrd="0" presId="urn:microsoft.com/office/officeart/2005/8/layout/hierarchy2"/>
    <dgm:cxn modelId="{CE89E124-0E76-44E0-A7A4-6E92FC6A9982}" type="presParOf" srcId="{1C8F9342-8C27-4D73-9FDF-7FB2A86F309E}" destId="{D73E2CB1-1FB7-4102-BDBD-B5C250395FF9}" srcOrd="1" destOrd="0" presId="urn:microsoft.com/office/officeart/2005/8/layout/hierarchy2"/>
    <dgm:cxn modelId="{C4EAA5C0-162A-4CEB-ABD0-5528B987063A}" type="presParOf" srcId="{4FFD19B1-13AB-416A-AAFC-C39C8F58AC51}" destId="{96B298FF-89CC-4B53-B416-42816DB986A7}" srcOrd="2" destOrd="0" presId="urn:microsoft.com/office/officeart/2005/8/layout/hierarchy2"/>
    <dgm:cxn modelId="{E8B7428A-C191-4FC0-9ABD-4C1E68F1581B}" type="presParOf" srcId="{96B298FF-89CC-4B53-B416-42816DB986A7}" destId="{CAD701C7-3542-4BC1-B2F2-0579A458DB78}" srcOrd="0" destOrd="0" presId="urn:microsoft.com/office/officeart/2005/8/layout/hierarchy2"/>
    <dgm:cxn modelId="{227C9E9A-EF78-4B29-8122-AC86B4C92888}" type="presParOf" srcId="{4FFD19B1-13AB-416A-AAFC-C39C8F58AC51}" destId="{B7D622DA-31EA-4A07-A4BE-B32529B0F8D7}" srcOrd="3" destOrd="0" presId="urn:microsoft.com/office/officeart/2005/8/layout/hierarchy2"/>
    <dgm:cxn modelId="{A164A326-EA7B-477F-B2BF-23A5E6C884F3}" type="presParOf" srcId="{B7D622DA-31EA-4A07-A4BE-B32529B0F8D7}" destId="{B35B9647-87C7-4ED0-AEF5-74D0F78EFAFB}" srcOrd="0" destOrd="0" presId="urn:microsoft.com/office/officeart/2005/8/layout/hierarchy2"/>
    <dgm:cxn modelId="{856EC332-5ABB-47EB-A61C-4E6A9FF2729F}" type="presParOf" srcId="{B7D622DA-31EA-4A07-A4BE-B32529B0F8D7}" destId="{0A33F86E-5F59-4055-AD80-8B746A5708B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2C0E3E-5F95-4A9B-836B-A55855886FE9}" type="doc">
      <dgm:prSet loTypeId="urn:microsoft.com/office/officeart/2009/3/layout/HorizontalOrganizationChart" loCatId="hierarchy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DE"/>
        </a:p>
      </dgm:t>
    </dgm:pt>
    <dgm:pt modelId="{419C9F6C-2E0D-4EB4-88DE-398A041AFBC9}">
      <dgm:prSet phldrT="[Text]" custT="1"/>
      <dgm:spPr/>
      <dgm:t>
        <a:bodyPr/>
        <a:lstStyle/>
        <a:p>
          <a:r>
            <a:rPr lang="en-IN" sz="1800" dirty="0" smtClean="0"/>
            <a:t>Process</a:t>
          </a:r>
          <a:endParaRPr lang="en-DE" sz="1800" dirty="0"/>
        </a:p>
      </dgm:t>
    </dgm:pt>
    <dgm:pt modelId="{FEF55191-6779-45E4-9499-F7009695AB9D}" type="parTrans" cxnId="{740CECAA-A96C-4F7A-BD94-EB4DD97F8775}">
      <dgm:prSet/>
      <dgm:spPr/>
      <dgm:t>
        <a:bodyPr/>
        <a:lstStyle/>
        <a:p>
          <a:endParaRPr lang="en-DE" sz="1800"/>
        </a:p>
      </dgm:t>
    </dgm:pt>
    <dgm:pt modelId="{18B3635F-1EDD-4060-B687-172DB130E235}" type="sibTrans" cxnId="{740CECAA-A96C-4F7A-BD94-EB4DD97F8775}">
      <dgm:prSet/>
      <dgm:spPr/>
      <dgm:t>
        <a:bodyPr/>
        <a:lstStyle/>
        <a:p>
          <a:endParaRPr lang="en-DE" sz="1800"/>
        </a:p>
      </dgm:t>
    </dgm:pt>
    <dgm:pt modelId="{14F454B9-11EB-47F8-B8F2-7B97850670C2}">
      <dgm:prSet phldrT="[Text]" custT="1"/>
      <dgm:spPr/>
      <dgm:t>
        <a:bodyPr/>
        <a:lstStyle/>
        <a:p>
          <a:r>
            <a:rPr lang="en-IN" sz="1800" dirty="0" smtClean="0"/>
            <a:t>Grasp pose</a:t>
          </a:r>
          <a:endParaRPr lang="en-DE" sz="1800" dirty="0"/>
        </a:p>
      </dgm:t>
    </dgm:pt>
    <dgm:pt modelId="{4D950BED-ABF4-4CF8-9334-75EB2EB421C9}" type="parTrans" cxnId="{E4EFDBF3-2913-4536-AB04-8646BD86FB30}">
      <dgm:prSet/>
      <dgm:spPr/>
      <dgm:t>
        <a:bodyPr/>
        <a:lstStyle/>
        <a:p>
          <a:endParaRPr lang="en-DE" sz="1800"/>
        </a:p>
      </dgm:t>
    </dgm:pt>
    <dgm:pt modelId="{80792977-9336-4A78-B833-0D726EABB098}" type="sibTrans" cxnId="{E4EFDBF3-2913-4536-AB04-8646BD86FB30}">
      <dgm:prSet/>
      <dgm:spPr/>
      <dgm:t>
        <a:bodyPr/>
        <a:lstStyle/>
        <a:p>
          <a:endParaRPr lang="en-DE" sz="1800"/>
        </a:p>
      </dgm:t>
    </dgm:pt>
    <dgm:pt modelId="{5B627789-BF51-4922-8231-4FD9DDFB8B45}">
      <dgm:prSet phldrT="[Text]" custT="1"/>
      <dgm:spPr/>
      <dgm:t>
        <a:bodyPr/>
        <a:lstStyle/>
        <a:p>
          <a:r>
            <a:rPr lang="en-IN" sz="1800" dirty="0" smtClean="0"/>
            <a:t>Lift pose</a:t>
          </a:r>
          <a:endParaRPr lang="en-DE" sz="1800" dirty="0"/>
        </a:p>
      </dgm:t>
    </dgm:pt>
    <dgm:pt modelId="{5BEA4BBA-0FED-4B35-ABBE-487B614260D2}" type="parTrans" cxnId="{E85C8B42-EF11-472C-A82A-7B4425927694}">
      <dgm:prSet/>
      <dgm:spPr/>
      <dgm:t>
        <a:bodyPr/>
        <a:lstStyle/>
        <a:p>
          <a:endParaRPr lang="en-DE" sz="1800"/>
        </a:p>
      </dgm:t>
    </dgm:pt>
    <dgm:pt modelId="{23C26764-EF06-4C1C-8231-695CC10347C0}" type="sibTrans" cxnId="{E85C8B42-EF11-472C-A82A-7B4425927694}">
      <dgm:prSet/>
      <dgm:spPr/>
      <dgm:t>
        <a:bodyPr/>
        <a:lstStyle/>
        <a:p>
          <a:endParaRPr lang="en-DE" sz="1800"/>
        </a:p>
      </dgm:t>
    </dgm:pt>
    <dgm:pt modelId="{9E6E081F-251C-4666-AA51-F34D8823C210}">
      <dgm:prSet phldrT="[Text]" custT="1"/>
      <dgm:spPr/>
      <dgm:t>
        <a:bodyPr/>
        <a:lstStyle/>
        <a:p>
          <a:r>
            <a:rPr lang="en-IN" sz="1800" dirty="0" smtClean="0"/>
            <a:t>Pre-Pick pose</a:t>
          </a:r>
          <a:endParaRPr lang="en-DE" sz="1800" dirty="0"/>
        </a:p>
      </dgm:t>
    </dgm:pt>
    <dgm:pt modelId="{2A5CC1E3-D21D-4B62-A274-8362B67884E5}" type="sibTrans" cxnId="{7E107862-D3EF-4B9E-B4ED-2955B85F63CB}">
      <dgm:prSet/>
      <dgm:spPr/>
      <dgm:t>
        <a:bodyPr/>
        <a:lstStyle/>
        <a:p>
          <a:endParaRPr lang="en-DE" sz="1800"/>
        </a:p>
      </dgm:t>
    </dgm:pt>
    <dgm:pt modelId="{47F23A1D-297E-446C-B611-791F2F9694D1}" type="parTrans" cxnId="{7E107862-D3EF-4B9E-B4ED-2955B85F63CB}">
      <dgm:prSet/>
      <dgm:spPr/>
      <dgm:t>
        <a:bodyPr/>
        <a:lstStyle/>
        <a:p>
          <a:endParaRPr lang="en-DE" sz="1800"/>
        </a:p>
      </dgm:t>
    </dgm:pt>
    <dgm:pt modelId="{36B4AEF5-3D51-4CC8-8969-F927CA37E3D7}">
      <dgm:prSet phldrT="[Text]" custT="1"/>
      <dgm:spPr/>
      <dgm:t>
        <a:bodyPr/>
        <a:lstStyle/>
        <a:p>
          <a:r>
            <a:rPr lang="en-IN" sz="1800" dirty="0" smtClean="0"/>
            <a:t>Place pose</a:t>
          </a:r>
          <a:endParaRPr lang="en-DE" sz="1800" dirty="0"/>
        </a:p>
      </dgm:t>
    </dgm:pt>
    <dgm:pt modelId="{15468D29-6734-4459-8B0E-0A755D04B025}" type="parTrans" cxnId="{EB8DFBAA-C097-46C5-AB21-F884D84DBC35}">
      <dgm:prSet/>
      <dgm:spPr/>
      <dgm:t>
        <a:bodyPr/>
        <a:lstStyle/>
        <a:p>
          <a:endParaRPr lang="en-DE" sz="1800"/>
        </a:p>
      </dgm:t>
    </dgm:pt>
    <dgm:pt modelId="{D3D5A76F-7DB6-43F8-AEFF-FDB8C1C0E032}" type="sibTrans" cxnId="{EB8DFBAA-C097-46C5-AB21-F884D84DBC35}">
      <dgm:prSet/>
      <dgm:spPr/>
      <dgm:t>
        <a:bodyPr/>
        <a:lstStyle/>
        <a:p>
          <a:endParaRPr lang="en-DE" sz="1800"/>
        </a:p>
      </dgm:t>
    </dgm:pt>
    <dgm:pt modelId="{65CE704E-1A46-448A-A7F3-2C265C6C0744}" type="pres">
      <dgm:prSet presAssocID="{252C0E3E-5F95-4A9B-836B-A55855886FE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DE"/>
        </a:p>
      </dgm:t>
    </dgm:pt>
    <dgm:pt modelId="{E03673BC-9115-4EF1-B9A4-5B39AADDDC8F}" type="pres">
      <dgm:prSet presAssocID="{419C9F6C-2E0D-4EB4-88DE-398A041AFBC9}" presName="hierRoot1" presStyleCnt="0">
        <dgm:presLayoutVars>
          <dgm:hierBranch val="init"/>
        </dgm:presLayoutVars>
      </dgm:prSet>
      <dgm:spPr/>
    </dgm:pt>
    <dgm:pt modelId="{D6F713A7-DE35-446F-91DB-D95F093A9CEA}" type="pres">
      <dgm:prSet presAssocID="{419C9F6C-2E0D-4EB4-88DE-398A041AFBC9}" presName="rootComposite1" presStyleCnt="0"/>
      <dgm:spPr/>
    </dgm:pt>
    <dgm:pt modelId="{A62E48CA-5380-4BB6-B94B-E023B465D517}" type="pres">
      <dgm:prSet presAssocID="{419C9F6C-2E0D-4EB4-88DE-398A041AFBC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FBF2C204-E00B-458F-88F9-9209D1A90DFD}" type="pres">
      <dgm:prSet presAssocID="{419C9F6C-2E0D-4EB4-88DE-398A041AFBC9}" presName="rootConnector1" presStyleLbl="node1" presStyleIdx="0" presStyleCnt="0"/>
      <dgm:spPr/>
      <dgm:t>
        <a:bodyPr/>
        <a:lstStyle/>
        <a:p>
          <a:endParaRPr lang="de-DE"/>
        </a:p>
      </dgm:t>
    </dgm:pt>
    <dgm:pt modelId="{38417BD7-7A15-4407-BE9F-B448050A8F27}" type="pres">
      <dgm:prSet presAssocID="{419C9F6C-2E0D-4EB4-88DE-398A041AFBC9}" presName="hierChild2" presStyleCnt="0"/>
      <dgm:spPr/>
    </dgm:pt>
    <dgm:pt modelId="{0084C30A-EC70-43D5-BD1A-8447D5DF4CB3}" type="pres">
      <dgm:prSet presAssocID="{47F23A1D-297E-446C-B611-791F2F9694D1}" presName="Name64" presStyleLbl="parChTrans1D2" presStyleIdx="0" presStyleCnt="4"/>
      <dgm:spPr/>
      <dgm:t>
        <a:bodyPr/>
        <a:lstStyle/>
        <a:p>
          <a:endParaRPr lang="de-DE"/>
        </a:p>
      </dgm:t>
    </dgm:pt>
    <dgm:pt modelId="{98269497-F3C0-4C15-AD6C-5338F1C7E581}" type="pres">
      <dgm:prSet presAssocID="{9E6E081F-251C-4666-AA51-F34D8823C210}" presName="hierRoot2" presStyleCnt="0">
        <dgm:presLayoutVars>
          <dgm:hierBranch val="init"/>
        </dgm:presLayoutVars>
      </dgm:prSet>
      <dgm:spPr/>
    </dgm:pt>
    <dgm:pt modelId="{2761DC15-8F27-4EB9-9705-42B2F5B6F21F}" type="pres">
      <dgm:prSet presAssocID="{9E6E081F-251C-4666-AA51-F34D8823C210}" presName="rootComposite" presStyleCnt="0"/>
      <dgm:spPr/>
    </dgm:pt>
    <dgm:pt modelId="{C17688DF-871B-4D2C-8E56-FDF0ABD45C06}" type="pres">
      <dgm:prSet presAssocID="{9E6E081F-251C-4666-AA51-F34D8823C210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BFC7D64F-6D11-4311-ABCC-69C5B06879A2}" type="pres">
      <dgm:prSet presAssocID="{9E6E081F-251C-4666-AA51-F34D8823C210}" presName="rootConnector" presStyleLbl="node2" presStyleIdx="0" presStyleCnt="4"/>
      <dgm:spPr/>
      <dgm:t>
        <a:bodyPr/>
        <a:lstStyle/>
        <a:p>
          <a:endParaRPr lang="de-DE"/>
        </a:p>
      </dgm:t>
    </dgm:pt>
    <dgm:pt modelId="{116A4CA8-62B3-4303-822C-D9646E38CB1B}" type="pres">
      <dgm:prSet presAssocID="{9E6E081F-251C-4666-AA51-F34D8823C210}" presName="hierChild4" presStyleCnt="0"/>
      <dgm:spPr/>
    </dgm:pt>
    <dgm:pt modelId="{696C2784-6225-41DA-ADAC-2374BC70F703}" type="pres">
      <dgm:prSet presAssocID="{9E6E081F-251C-4666-AA51-F34D8823C210}" presName="hierChild5" presStyleCnt="0"/>
      <dgm:spPr/>
    </dgm:pt>
    <dgm:pt modelId="{1BD4C12B-2350-4C0E-8F85-5C2C2A620BFF}" type="pres">
      <dgm:prSet presAssocID="{4D950BED-ABF4-4CF8-9334-75EB2EB421C9}" presName="Name64" presStyleLbl="parChTrans1D2" presStyleIdx="1" presStyleCnt="4"/>
      <dgm:spPr/>
      <dgm:t>
        <a:bodyPr/>
        <a:lstStyle/>
        <a:p>
          <a:endParaRPr lang="de-DE"/>
        </a:p>
      </dgm:t>
    </dgm:pt>
    <dgm:pt modelId="{5B1C56FB-6BDF-4887-ADD1-C115CE2CF563}" type="pres">
      <dgm:prSet presAssocID="{14F454B9-11EB-47F8-B8F2-7B97850670C2}" presName="hierRoot2" presStyleCnt="0">
        <dgm:presLayoutVars>
          <dgm:hierBranch val="init"/>
        </dgm:presLayoutVars>
      </dgm:prSet>
      <dgm:spPr/>
    </dgm:pt>
    <dgm:pt modelId="{5B7FEEAB-72D1-4048-AF39-6D36C8FF383B}" type="pres">
      <dgm:prSet presAssocID="{14F454B9-11EB-47F8-B8F2-7B97850670C2}" presName="rootComposite" presStyleCnt="0"/>
      <dgm:spPr/>
    </dgm:pt>
    <dgm:pt modelId="{1B1B7D5C-44CF-4C82-A1E2-07FCC62DF7A1}" type="pres">
      <dgm:prSet presAssocID="{14F454B9-11EB-47F8-B8F2-7B97850670C2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FD66ADC3-6834-408E-9812-F934083BBA30}" type="pres">
      <dgm:prSet presAssocID="{14F454B9-11EB-47F8-B8F2-7B97850670C2}" presName="rootConnector" presStyleLbl="node2" presStyleIdx="1" presStyleCnt="4"/>
      <dgm:spPr/>
      <dgm:t>
        <a:bodyPr/>
        <a:lstStyle/>
        <a:p>
          <a:endParaRPr lang="de-DE"/>
        </a:p>
      </dgm:t>
    </dgm:pt>
    <dgm:pt modelId="{F7CD2244-D515-490D-8FF3-0A8FD00DD1DE}" type="pres">
      <dgm:prSet presAssocID="{14F454B9-11EB-47F8-B8F2-7B97850670C2}" presName="hierChild4" presStyleCnt="0"/>
      <dgm:spPr/>
    </dgm:pt>
    <dgm:pt modelId="{6200538C-2317-4F1B-B985-A48E1733F81F}" type="pres">
      <dgm:prSet presAssocID="{14F454B9-11EB-47F8-B8F2-7B97850670C2}" presName="hierChild5" presStyleCnt="0"/>
      <dgm:spPr/>
    </dgm:pt>
    <dgm:pt modelId="{77BBB8AC-A750-4AA6-B9D4-57BF012CCA4F}" type="pres">
      <dgm:prSet presAssocID="{5BEA4BBA-0FED-4B35-ABBE-487B614260D2}" presName="Name64" presStyleLbl="parChTrans1D2" presStyleIdx="2" presStyleCnt="4"/>
      <dgm:spPr/>
      <dgm:t>
        <a:bodyPr/>
        <a:lstStyle/>
        <a:p>
          <a:endParaRPr lang="de-DE"/>
        </a:p>
      </dgm:t>
    </dgm:pt>
    <dgm:pt modelId="{48220A98-3F00-426F-AEF5-DFEB17CD7B6C}" type="pres">
      <dgm:prSet presAssocID="{5B627789-BF51-4922-8231-4FD9DDFB8B45}" presName="hierRoot2" presStyleCnt="0">
        <dgm:presLayoutVars>
          <dgm:hierBranch val="init"/>
        </dgm:presLayoutVars>
      </dgm:prSet>
      <dgm:spPr/>
    </dgm:pt>
    <dgm:pt modelId="{EFA74995-03E0-4F13-B4DC-EE9A3E223D08}" type="pres">
      <dgm:prSet presAssocID="{5B627789-BF51-4922-8231-4FD9DDFB8B45}" presName="rootComposite" presStyleCnt="0"/>
      <dgm:spPr/>
    </dgm:pt>
    <dgm:pt modelId="{C074D1A3-8624-472F-9B73-3762398DD6E3}" type="pres">
      <dgm:prSet presAssocID="{5B627789-BF51-4922-8231-4FD9DDFB8B45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0EA830BA-9DC7-4C49-BFAA-5F45E5A7432A}" type="pres">
      <dgm:prSet presAssocID="{5B627789-BF51-4922-8231-4FD9DDFB8B45}" presName="rootConnector" presStyleLbl="node2" presStyleIdx="2" presStyleCnt="4"/>
      <dgm:spPr/>
      <dgm:t>
        <a:bodyPr/>
        <a:lstStyle/>
        <a:p>
          <a:endParaRPr lang="de-DE"/>
        </a:p>
      </dgm:t>
    </dgm:pt>
    <dgm:pt modelId="{E96530D6-6547-4A1D-BBCD-FE5AD31F0759}" type="pres">
      <dgm:prSet presAssocID="{5B627789-BF51-4922-8231-4FD9DDFB8B45}" presName="hierChild4" presStyleCnt="0"/>
      <dgm:spPr/>
    </dgm:pt>
    <dgm:pt modelId="{A32EE10F-7AC9-408C-9D2C-5DCD02C3B1F9}" type="pres">
      <dgm:prSet presAssocID="{5B627789-BF51-4922-8231-4FD9DDFB8B45}" presName="hierChild5" presStyleCnt="0"/>
      <dgm:spPr/>
    </dgm:pt>
    <dgm:pt modelId="{AEA5E429-AC65-4920-837A-5C68B96B6588}" type="pres">
      <dgm:prSet presAssocID="{15468D29-6734-4459-8B0E-0A755D04B025}" presName="Name64" presStyleLbl="parChTrans1D2" presStyleIdx="3" presStyleCnt="4"/>
      <dgm:spPr/>
      <dgm:t>
        <a:bodyPr/>
        <a:lstStyle/>
        <a:p>
          <a:endParaRPr lang="de-DE"/>
        </a:p>
      </dgm:t>
    </dgm:pt>
    <dgm:pt modelId="{C56558E7-2442-4764-8A59-835563A1E624}" type="pres">
      <dgm:prSet presAssocID="{36B4AEF5-3D51-4CC8-8969-F927CA37E3D7}" presName="hierRoot2" presStyleCnt="0">
        <dgm:presLayoutVars>
          <dgm:hierBranch val="init"/>
        </dgm:presLayoutVars>
      </dgm:prSet>
      <dgm:spPr/>
    </dgm:pt>
    <dgm:pt modelId="{389C816D-0822-4FFC-B331-8923341B346A}" type="pres">
      <dgm:prSet presAssocID="{36B4AEF5-3D51-4CC8-8969-F927CA37E3D7}" presName="rootComposite" presStyleCnt="0"/>
      <dgm:spPr/>
    </dgm:pt>
    <dgm:pt modelId="{F56AF682-CA47-48D1-A1E8-2635BAA7D8BA}" type="pres">
      <dgm:prSet presAssocID="{36B4AEF5-3D51-4CC8-8969-F927CA37E3D7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5944CDAA-B253-4794-B8EC-65497C3B66E3}" type="pres">
      <dgm:prSet presAssocID="{36B4AEF5-3D51-4CC8-8969-F927CA37E3D7}" presName="rootConnector" presStyleLbl="node2" presStyleIdx="3" presStyleCnt="4"/>
      <dgm:spPr/>
      <dgm:t>
        <a:bodyPr/>
        <a:lstStyle/>
        <a:p>
          <a:endParaRPr lang="de-DE"/>
        </a:p>
      </dgm:t>
    </dgm:pt>
    <dgm:pt modelId="{921E5430-CB44-4CE0-85B7-D72AC2717DFA}" type="pres">
      <dgm:prSet presAssocID="{36B4AEF5-3D51-4CC8-8969-F927CA37E3D7}" presName="hierChild4" presStyleCnt="0"/>
      <dgm:spPr/>
    </dgm:pt>
    <dgm:pt modelId="{BF496C07-CA0A-49F3-A8C2-2FE3EBCE1BFD}" type="pres">
      <dgm:prSet presAssocID="{36B4AEF5-3D51-4CC8-8969-F927CA37E3D7}" presName="hierChild5" presStyleCnt="0"/>
      <dgm:spPr/>
    </dgm:pt>
    <dgm:pt modelId="{9670BCF4-AF09-4D9E-AE7B-3D2964371A27}" type="pres">
      <dgm:prSet presAssocID="{419C9F6C-2E0D-4EB4-88DE-398A041AFBC9}" presName="hierChild3" presStyleCnt="0"/>
      <dgm:spPr/>
    </dgm:pt>
  </dgm:ptLst>
  <dgm:cxnLst>
    <dgm:cxn modelId="{50887C3B-5ED1-4484-A07D-6260B8C18B48}" type="presOf" srcId="{14F454B9-11EB-47F8-B8F2-7B97850670C2}" destId="{FD66ADC3-6834-408E-9812-F934083BBA30}" srcOrd="1" destOrd="0" presId="urn:microsoft.com/office/officeart/2009/3/layout/HorizontalOrganizationChart"/>
    <dgm:cxn modelId="{05A7F8C6-5B1E-4CC5-867C-D326255462FA}" type="presOf" srcId="{5B627789-BF51-4922-8231-4FD9DDFB8B45}" destId="{0EA830BA-9DC7-4C49-BFAA-5F45E5A7432A}" srcOrd="1" destOrd="0" presId="urn:microsoft.com/office/officeart/2009/3/layout/HorizontalOrganizationChart"/>
    <dgm:cxn modelId="{F80C3EB1-426A-4056-98BE-0C5F09E0CC5F}" type="presOf" srcId="{419C9F6C-2E0D-4EB4-88DE-398A041AFBC9}" destId="{A62E48CA-5380-4BB6-B94B-E023B465D517}" srcOrd="0" destOrd="0" presId="urn:microsoft.com/office/officeart/2009/3/layout/HorizontalOrganizationChart"/>
    <dgm:cxn modelId="{BD0DC65C-7057-4610-A881-3F120F53C4B4}" type="presOf" srcId="{5B627789-BF51-4922-8231-4FD9DDFB8B45}" destId="{C074D1A3-8624-472F-9B73-3762398DD6E3}" srcOrd="0" destOrd="0" presId="urn:microsoft.com/office/officeart/2009/3/layout/HorizontalOrganizationChart"/>
    <dgm:cxn modelId="{3FA9071B-569B-4A7C-A7CF-ED955CF84E38}" type="presOf" srcId="{9E6E081F-251C-4666-AA51-F34D8823C210}" destId="{BFC7D64F-6D11-4311-ABCC-69C5B06879A2}" srcOrd="1" destOrd="0" presId="urn:microsoft.com/office/officeart/2009/3/layout/HorizontalOrganizationChart"/>
    <dgm:cxn modelId="{A61CC31F-4E4A-4D8B-9B0B-A59D1CA68540}" type="presOf" srcId="{5BEA4BBA-0FED-4B35-ABBE-487B614260D2}" destId="{77BBB8AC-A750-4AA6-B9D4-57BF012CCA4F}" srcOrd="0" destOrd="0" presId="urn:microsoft.com/office/officeart/2009/3/layout/HorizontalOrganizationChart"/>
    <dgm:cxn modelId="{EB8DFBAA-C097-46C5-AB21-F884D84DBC35}" srcId="{419C9F6C-2E0D-4EB4-88DE-398A041AFBC9}" destId="{36B4AEF5-3D51-4CC8-8969-F927CA37E3D7}" srcOrd="3" destOrd="0" parTransId="{15468D29-6734-4459-8B0E-0A755D04B025}" sibTransId="{D3D5A76F-7DB6-43F8-AEFF-FDB8C1C0E032}"/>
    <dgm:cxn modelId="{46F4D7BC-C8F3-4A9E-A9B4-A836E61B57C6}" type="presOf" srcId="{4D950BED-ABF4-4CF8-9334-75EB2EB421C9}" destId="{1BD4C12B-2350-4C0E-8F85-5C2C2A620BFF}" srcOrd="0" destOrd="0" presId="urn:microsoft.com/office/officeart/2009/3/layout/HorizontalOrganizationChart"/>
    <dgm:cxn modelId="{71EE4320-4CD1-4FEE-8553-9B13404A7E03}" type="presOf" srcId="{419C9F6C-2E0D-4EB4-88DE-398A041AFBC9}" destId="{FBF2C204-E00B-458F-88F9-9209D1A90DFD}" srcOrd="1" destOrd="0" presId="urn:microsoft.com/office/officeart/2009/3/layout/HorizontalOrganizationChart"/>
    <dgm:cxn modelId="{E4EFDBF3-2913-4536-AB04-8646BD86FB30}" srcId="{419C9F6C-2E0D-4EB4-88DE-398A041AFBC9}" destId="{14F454B9-11EB-47F8-B8F2-7B97850670C2}" srcOrd="1" destOrd="0" parTransId="{4D950BED-ABF4-4CF8-9334-75EB2EB421C9}" sibTransId="{80792977-9336-4A78-B833-0D726EABB098}"/>
    <dgm:cxn modelId="{81D748F0-1106-41BA-9969-CC261D1EF0F3}" type="presOf" srcId="{14F454B9-11EB-47F8-B8F2-7B97850670C2}" destId="{1B1B7D5C-44CF-4C82-A1E2-07FCC62DF7A1}" srcOrd="0" destOrd="0" presId="urn:microsoft.com/office/officeart/2009/3/layout/HorizontalOrganizationChart"/>
    <dgm:cxn modelId="{E85C8B42-EF11-472C-A82A-7B4425927694}" srcId="{419C9F6C-2E0D-4EB4-88DE-398A041AFBC9}" destId="{5B627789-BF51-4922-8231-4FD9DDFB8B45}" srcOrd="2" destOrd="0" parTransId="{5BEA4BBA-0FED-4B35-ABBE-487B614260D2}" sibTransId="{23C26764-EF06-4C1C-8231-695CC10347C0}"/>
    <dgm:cxn modelId="{B2CA2F09-35E5-487F-9139-33BF59863BF1}" type="presOf" srcId="{36B4AEF5-3D51-4CC8-8969-F927CA37E3D7}" destId="{F56AF682-CA47-48D1-A1E8-2635BAA7D8BA}" srcOrd="0" destOrd="0" presId="urn:microsoft.com/office/officeart/2009/3/layout/HorizontalOrganizationChart"/>
    <dgm:cxn modelId="{740CECAA-A96C-4F7A-BD94-EB4DD97F8775}" srcId="{252C0E3E-5F95-4A9B-836B-A55855886FE9}" destId="{419C9F6C-2E0D-4EB4-88DE-398A041AFBC9}" srcOrd="0" destOrd="0" parTransId="{FEF55191-6779-45E4-9499-F7009695AB9D}" sibTransId="{18B3635F-1EDD-4060-B687-172DB130E235}"/>
    <dgm:cxn modelId="{7F6D9D56-4B50-4F7D-BE97-A8A3D7B352AA}" type="presOf" srcId="{47F23A1D-297E-446C-B611-791F2F9694D1}" destId="{0084C30A-EC70-43D5-BD1A-8447D5DF4CB3}" srcOrd="0" destOrd="0" presId="urn:microsoft.com/office/officeart/2009/3/layout/HorizontalOrganizationChart"/>
    <dgm:cxn modelId="{109554F3-3649-4642-9E7A-4CCAFC91755F}" type="presOf" srcId="{36B4AEF5-3D51-4CC8-8969-F927CA37E3D7}" destId="{5944CDAA-B253-4794-B8EC-65497C3B66E3}" srcOrd="1" destOrd="0" presId="urn:microsoft.com/office/officeart/2009/3/layout/HorizontalOrganizationChart"/>
    <dgm:cxn modelId="{7E107862-D3EF-4B9E-B4ED-2955B85F63CB}" srcId="{419C9F6C-2E0D-4EB4-88DE-398A041AFBC9}" destId="{9E6E081F-251C-4666-AA51-F34D8823C210}" srcOrd="0" destOrd="0" parTransId="{47F23A1D-297E-446C-B611-791F2F9694D1}" sibTransId="{2A5CC1E3-D21D-4B62-A274-8362B67884E5}"/>
    <dgm:cxn modelId="{F17646FA-289E-49E7-8490-7F2A27841EC9}" type="presOf" srcId="{252C0E3E-5F95-4A9B-836B-A55855886FE9}" destId="{65CE704E-1A46-448A-A7F3-2C265C6C0744}" srcOrd="0" destOrd="0" presId="urn:microsoft.com/office/officeart/2009/3/layout/HorizontalOrganizationChart"/>
    <dgm:cxn modelId="{DC0ED952-5724-460C-83CD-6357751633C6}" type="presOf" srcId="{15468D29-6734-4459-8B0E-0A755D04B025}" destId="{AEA5E429-AC65-4920-837A-5C68B96B6588}" srcOrd="0" destOrd="0" presId="urn:microsoft.com/office/officeart/2009/3/layout/HorizontalOrganizationChart"/>
    <dgm:cxn modelId="{791A2A72-B267-4996-A9C4-5AA8FE1B7F8D}" type="presOf" srcId="{9E6E081F-251C-4666-AA51-F34D8823C210}" destId="{C17688DF-871B-4D2C-8E56-FDF0ABD45C06}" srcOrd="0" destOrd="0" presId="urn:microsoft.com/office/officeart/2009/3/layout/HorizontalOrganizationChart"/>
    <dgm:cxn modelId="{64D89127-CC2B-4446-AE60-FC8373B8C324}" type="presParOf" srcId="{65CE704E-1A46-448A-A7F3-2C265C6C0744}" destId="{E03673BC-9115-4EF1-B9A4-5B39AADDDC8F}" srcOrd="0" destOrd="0" presId="urn:microsoft.com/office/officeart/2009/3/layout/HorizontalOrganizationChart"/>
    <dgm:cxn modelId="{2D945422-F412-4C47-B756-023D770DD249}" type="presParOf" srcId="{E03673BC-9115-4EF1-B9A4-5B39AADDDC8F}" destId="{D6F713A7-DE35-446F-91DB-D95F093A9CEA}" srcOrd="0" destOrd="0" presId="urn:microsoft.com/office/officeart/2009/3/layout/HorizontalOrganizationChart"/>
    <dgm:cxn modelId="{C84E70DD-C2BB-4FD1-B7BF-2A7E6F253B48}" type="presParOf" srcId="{D6F713A7-DE35-446F-91DB-D95F093A9CEA}" destId="{A62E48CA-5380-4BB6-B94B-E023B465D517}" srcOrd="0" destOrd="0" presId="urn:microsoft.com/office/officeart/2009/3/layout/HorizontalOrganizationChart"/>
    <dgm:cxn modelId="{658095F4-CAEC-4357-B05C-8E967F4ED884}" type="presParOf" srcId="{D6F713A7-DE35-446F-91DB-D95F093A9CEA}" destId="{FBF2C204-E00B-458F-88F9-9209D1A90DFD}" srcOrd="1" destOrd="0" presId="urn:microsoft.com/office/officeart/2009/3/layout/HorizontalOrganizationChart"/>
    <dgm:cxn modelId="{B0F8D75B-2F48-4B68-AE79-B46BDFE65817}" type="presParOf" srcId="{E03673BC-9115-4EF1-B9A4-5B39AADDDC8F}" destId="{38417BD7-7A15-4407-BE9F-B448050A8F27}" srcOrd="1" destOrd="0" presId="urn:microsoft.com/office/officeart/2009/3/layout/HorizontalOrganizationChart"/>
    <dgm:cxn modelId="{4546229C-3B1E-48F1-8A1F-0B8A8B46BA83}" type="presParOf" srcId="{38417BD7-7A15-4407-BE9F-B448050A8F27}" destId="{0084C30A-EC70-43D5-BD1A-8447D5DF4CB3}" srcOrd="0" destOrd="0" presId="urn:microsoft.com/office/officeart/2009/3/layout/HorizontalOrganizationChart"/>
    <dgm:cxn modelId="{045D629F-4C76-4D54-9440-75465AD051E5}" type="presParOf" srcId="{38417BD7-7A15-4407-BE9F-B448050A8F27}" destId="{98269497-F3C0-4C15-AD6C-5338F1C7E581}" srcOrd="1" destOrd="0" presId="urn:microsoft.com/office/officeart/2009/3/layout/HorizontalOrganizationChart"/>
    <dgm:cxn modelId="{26571487-605B-4FA4-A747-671B0A4DCEEF}" type="presParOf" srcId="{98269497-F3C0-4C15-AD6C-5338F1C7E581}" destId="{2761DC15-8F27-4EB9-9705-42B2F5B6F21F}" srcOrd="0" destOrd="0" presId="urn:microsoft.com/office/officeart/2009/3/layout/HorizontalOrganizationChart"/>
    <dgm:cxn modelId="{F30B7E63-817C-469D-9132-52D00DE6190A}" type="presParOf" srcId="{2761DC15-8F27-4EB9-9705-42B2F5B6F21F}" destId="{C17688DF-871B-4D2C-8E56-FDF0ABD45C06}" srcOrd="0" destOrd="0" presId="urn:microsoft.com/office/officeart/2009/3/layout/HorizontalOrganizationChart"/>
    <dgm:cxn modelId="{64C3F34D-855D-4A88-892F-8CE97627A848}" type="presParOf" srcId="{2761DC15-8F27-4EB9-9705-42B2F5B6F21F}" destId="{BFC7D64F-6D11-4311-ABCC-69C5B06879A2}" srcOrd="1" destOrd="0" presId="urn:microsoft.com/office/officeart/2009/3/layout/HorizontalOrganizationChart"/>
    <dgm:cxn modelId="{BF4E6D0C-BC49-4924-A418-091A13C6880B}" type="presParOf" srcId="{98269497-F3C0-4C15-AD6C-5338F1C7E581}" destId="{116A4CA8-62B3-4303-822C-D9646E38CB1B}" srcOrd="1" destOrd="0" presId="urn:microsoft.com/office/officeart/2009/3/layout/HorizontalOrganizationChart"/>
    <dgm:cxn modelId="{BA02D15B-3403-403A-9BF2-24BA255B8750}" type="presParOf" srcId="{98269497-F3C0-4C15-AD6C-5338F1C7E581}" destId="{696C2784-6225-41DA-ADAC-2374BC70F703}" srcOrd="2" destOrd="0" presId="urn:microsoft.com/office/officeart/2009/3/layout/HorizontalOrganizationChart"/>
    <dgm:cxn modelId="{CBF54689-8874-44EE-972B-8870E878089B}" type="presParOf" srcId="{38417BD7-7A15-4407-BE9F-B448050A8F27}" destId="{1BD4C12B-2350-4C0E-8F85-5C2C2A620BFF}" srcOrd="2" destOrd="0" presId="urn:microsoft.com/office/officeart/2009/3/layout/HorizontalOrganizationChart"/>
    <dgm:cxn modelId="{EF31B0EA-ACA4-4334-B32F-0A66AD2EA6F2}" type="presParOf" srcId="{38417BD7-7A15-4407-BE9F-B448050A8F27}" destId="{5B1C56FB-6BDF-4887-ADD1-C115CE2CF563}" srcOrd="3" destOrd="0" presId="urn:microsoft.com/office/officeart/2009/3/layout/HorizontalOrganizationChart"/>
    <dgm:cxn modelId="{5B33A636-56FF-4D79-8657-E14E662E280A}" type="presParOf" srcId="{5B1C56FB-6BDF-4887-ADD1-C115CE2CF563}" destId="{5B7FEEAB-72D1-4048-AF39-6D36C8FF383B}" srcOrd="0" destOrd="0" presId="urn:microsoft.com/office/officeart/2009/3/layout/HorizontalOrganizationChart"/>
    <dgm:cxn modelId="{19005989-A835-445E-805F-9E2FE35AE64F}" type="presParOf" srcId="{5B7FEEAB-72D1-4048-AF39-6D36C8FF383B}" destId="{1B1B7D5C-44CF-4C82-A1E2-07FCC62DF7A1}" srcOrd="0" destOrd="0" presId="urn:microsoft.com/office/officeart/2009/3/layout/HorizontalOrganizationChart"/>
    <dgm:cxn modelId="{B9AA8A10-0FAB-4640-91F1-F31667A0E15D}" type="presParOf" srcId="{5B7FEEAB-72D1-4048-AF39-6D36C8FF383B}" destId="{FD66ADC3-6834-408E-9812-F934083BBA30}" srcOrd="1" destOrd="0" presId="urn:microsoft.com/office/officeart/2009/3/layout/HorizontalOrganizationChart"/>
    <dgm:cxn modelId="{6399C785-34D9-4831-A1B8-B01F2BFFFBC2}" type="presParOf" srcId="{5B1C56FB-6BDF-4887-ADD1-C115CE2CF563}" destId="{F7CD2244-D515-490D-8FF3-0A8FD00DD1DE}" srcOrd="1" destOrd="0" presId="urn:microsoft.com/office/officeart/2009/3/layout/HorizontalOrganizationChart"/>
    <dgm:cxn modelId="{03CDA2FC-0BC5-4217-9BFF-34A88A2A8D1A}" type="presParOf" srcId="{5B1C56FB-6BDF-4887-ADD1-C115CE2CF563}" destId="{6200538C-2317-4F1B-B985-A48E1733F81F}" srcOrd="2" destOrd="0" presId="urn:microsoft.com/office/officeart/2009/3/layout/HorizontalOrganizationChart"/>
    <dgm:cxn modelId="{2EE8D112-4272-447E-8C06-DB9CAA26BD42}" type="presParOf" srcId="{38417BD7-7A15-4407-BE9F-B448050A8F27}" destId="{77BBB8AC-A750-4AA6-B9D4-57BF012CCA4F}" srcOrd="4" destOrd="0" presId="urn:microsoft.com/office/officeart/2009/3/layout/HorizontalOrganizationChart"/>
    <dgm:cxn modelId="{BEFCF6D2-A52F-4D27-A99C-32E327236265}" type="presParOf" srcId="{38417BD7-7A15-4407-BE9F-B448050A8F27}" destId="{48220A98-3F00-426F-AEF5-DFEB17CD7B6C}" srcOrd="5" destOrd="0" presId="urn:microsoft.com/office/officeart/2009/3/layout/HorizontalOrganizationChart"/>
    <dgm:cxn modelId="{9784CD78-D6CD-44C9-AD3E-456961BF3D4F}" type="presParOf" srcId="{48220A98-3F00-426F-AEF5-DFEB17CD7B6C}" destId="{EFA74995-03E0-4F13-B4DC-EE9A3E223D08}" srcOrd="0" destOrd="0" presId="urn:microsoft.com/office/officeart/2009/3/layout/HorizontalOrganizationChart"/>
    <dgm:cxn modelId="{2DDFB333-12DF-4FA8-9205-69F248A2E8A1}" type="presParOf" srcId="{EFA74995-03E0-4F13-B4DC-EE9A3E223D08}" destId="{C074D1A3-8624-472F-9B73-3762398DD6E3}" srcOrd="0" destOrd="0" presId="urn:microsoft.com/office/officeart/2009/3/layout/HorizontalOrganizationChart"/>
    <dgm:cxn modelId="{0DDD67A7-EA16-473E-82D0-E5DF3837369F}" type="presParOf" srcId="{EFA74995-03E0-4F13-B4DC-EE9A3E223D08}" destId="{0EA830BA-9DC7-4C49-BFAA-5F45E5A7432A}" srcOrd="1" destOrd="0" presId="urn:microsoft.com/office/officeart/2009/3/layout/HorizontalOrganizationChart"/>
    <dgm:cxn modelId="{E3BAF4D9-293A-4B08-A14F-F868B91E185F}" type="presParOf" srcId="{48220A98-3F00-426F-AEF5-DFEB17CD7B6C}" destId="{E96530D6-6547-4A1D-BBCD-FE5AD31F0759}" srcOrd="1" destOrd="0" presId="urn:microsoft.com/office/officeart/2009/3/layout/HorizontalOrganizationChart"/>
    <dgm:cxn modelId="{263D3FC7-A5EB-46EC-B5A6-A8881ECBCA71}" type="presParOf" srcId="{48220A98-3F00-426F-AEF5-DFEB17CD7B6C}" destId="{A32EE10F-7AC9-408C-9D2C-5DCD02C3B1F9}" srcOrd="2" destOrd="0" presId="urn:microsoft.com/office/officeart/2009/3/layout/HorizontalOrganizationChart"/>
    <dgm:cxn modelId="{0940B145-6017-42D6-9D6D-7375460085D3}" type="presParOf" srcId="{38417BD7-7A15-4407-BE9F-B448050A8F27}" destId="{AEA5E429-AC65-4920-837A-5C68B96B6588}" srcOrd="6" destOrd="0" presId="urn:microsoft.com/office/officeart/2009/3/layout/HorizontalOrganizationChart"/>
    <dgm:cxn modelId="{1B481C81-E8C9-4E62-B081-DE3B6AFD74D4}" type="presParOf" srcId="{38417BD7-7A15-4407-BE9F-B448050A8F27}" destId="{C56558E7-2442-4764-8A59-835563A1E624}" srcOrd="7" destOrd="0" presId="urn:microsoft.com/office/officeart/2009/3/layout/HorizontalOrganizationChart"/>
    <dgm:cxn modelId="{C85D5969-A643-4345-9FE2-06C64374DA79}" type="presParOf" srcId="{C56558E7-2442-4764-8A59-835563A1E624}" destId="{389C816D-0822-4FFC-B331-8923341B346A}" srcOrd="0" destOrd="0" presId="urn:microsoft.com/office/officeart/2009/3/layout/HorizontalOrganizationChart"/>
    <dgm:cxn modelId="{A16BADDE-932B-41B8-AAE3-317691F491D2}" type="presParOf" srcId="{389C816D-0822-4FFC-B331-8923341B346A}" destId="{F56AF682-CA47-48D1-A1E8-2635BAA7D8BA}" srcOrd="0" destOrd="0" presId="urn:microsoft.com/office/officeart/2009/3/layout/HorizontalOrganizationChart"/>
    <dgm:cxn modelId="{22FDCD9D-C2D9-4463-98AC-EAC2AA3AD968}" type="presParOf" srcId="{389C816D-0822-4FFC-B331-8923341B346A}" destId="{5944CDAA-B253-4794-B8EC-65497C3B66E3}" srcOrd="1" destOrd="0" presId="urn:microsoft.com/office/officeart/2009/3/layout/HorizontalOrganizationChart"/>
    <dgm:cxn modelId="{DBC21683-BC71-46DF-A7BF-0840E2C819B6}" type="presParOf" srcId="{C56558E7-2442-4764-8A59-835563A1E624}" destId="{921E5430-CB44-4CE0-85B7-D72AC2717DFA}" srcOrd="1" destOrd="0" presId="urn:microsoft.com/office/officeart/2009/3/layout/HorizontalOrganizationChart"/>
    <dgm:cxn modelId="{9F7E4EFE-8212-49EB-8E58-192116FBB6E4}" type="presParOf" srcId="{C56558E7-2442-4764-8A59-835563A1E624}" destId="{BF496C07-CA0A-49F3-A8C2-2FE3EBCE1BFD}" srcOrd="2" destOrd="0" presId="urn:microsoft.com/office/officeart/2009/3/layout/HorizontalOrganizationChart"/>
    <dgm:cxn modelId="{69219984-1F8D-4988-BEDE-98EE756554EC}" type="presParOf" srcId="{E03673BC-9115-4EF1-B9A4-5B39AADDDC8F}" destId="{9670BCF4-AF09-4D9E-AE7B-3D2964371A2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2C0E3E-5F95-4A9B-836B-A55855886FE9}" type="doc">
      <dgm:prSet loTypeId="urn:microsoft.com/office/officeart/2009/3/layout/HorizontalOrganizationChart" loCatId="hierarchy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DE"/>
        </a:p>
      </dgm:t>
    </dgm:pt>
    <dgm:pt modelId="{419C9F6C-2E0D-4EB4-88DE-398A041AFBC9}">
      <dgm:prSet phldrT="[Text]" custT="1"/>
      <dgm:spPr/>
      <dgm:t>
        <a:bodyPr/>
        <a:lstStyle/>
        <a:p>
          <a:r>
            <a:rPr lang="en-IN" sz="1800" dirty="0" smtClean="0"/>
            <a:t>Resource</a:t>
          </a:r>
          <a:endParaRPr lang="en-DE" sz="1800" dirty="0"/>
        </a:p>
      </dgm:t>
    </dgm:pt>
    <dgm:pt modelId="{FEF55191-6779-45E4-9499-F7009695AB9D}" type="parTrans" cxnId="{740CECAA-A96C-4F7A-BD94-EB4DD97F8775}">
      <dgm:prSet/>
      <dgm:spPr/>
      <dgm:t>
        <a:bodyPr/>
        <a:lstStyle/>
        <a:p>
          <a:endParaRPr lang="en-DE" sz="1800"/>
        </a:p>
      </dgm:t>
    </dgm:pt>
    <dgm:pt modelId="{18B3635F-1EDD-4060-B687-172DB130E235}" type="sibTrans" cxnId="{740CECAA-A96C-4F7A-BD94-EB4DD97F8775}">
      <dgm:prSet/>
      <dgm:spPr/>
      <dgm:t>
        <a:bodyPr/>
        <a:lstStyle/>
        <a:p>
          <a:endParaRPr lang="en-DE" sz="1800"/>
        </a:p>
      </dgm:t>
    </dgm:pt>
    <dgm:pt modelId="{14F454B9-11EB-47F8-B8F2-7B97850670C2}">
      <dgm:prSet phldrT="[Text]" custT="1"/>
      <dgm:spPr/>
      <dgm:t>
        <a:bodyPr/>
        <a:lstStyle/>
        <a:p>
          <a:r>
            <a:rPr lang="en-IN" sz="1600" dirty="0" smtClean="0"/>
            <a:t>Gripper Stroke</a:t>
          </a:r>
          <a:endParaRPr lang="en-DE" sz="1600" dirty="0"/>
        </a:p>
      </dgm:t>
    </dgm:pt>
    <dgm:pt modelId="{4D950BED-ABF4-4CF8-9334-75EB2EB421C9}" type="parTrans" cxnId="{E4EFDBF3-2913-4536-AB04-8646BD86FB30}">
      <dgm:prSet/>
      <dgm:spPr/>
      <dgm:t>
        <a:bodyPr/>
        <a:lstStyle/>
        <a:p>
          <a:endParaRPr lang="en-DE" sz="1600"/>
        </a:p>
      </dgm:t>
    </dgm:pt>
    <dgm:pt modelId="{80792977-9336-4A78-B833-0D726EABB098}" type="sibTrans" cxnId="{E4EFDBF3-2913-4536-AB04-8646BD86FB30}">
      <dgm:prSet/>
      <dgm:spPr/>
      <dgm:t>
        <a:bodyPr/>
        <a:lstStyle/>
        <a:p>
          <a:endParaRPr lang="en-DE" sz="1800"/>
        </a:p>
      </dgm:t>
    </dgm:pt>
    <dgm:pt modelId="{5B627789-BF51-4922-8231-4FD9DDFB8B45}">
      <dgm:prSet phldrT="[Text]" custT="1"/>
      <dgm:spPr/>
      <dgm:t>
        <a:bodyPr/>
        <a:lstStyle/>
        <a:p>
          <a:r>
            <a:rPr lang="en-IN" sz="1600" dirty="0" smtClean="0"/>
            <a:t>Gripper Geometry</a:t>
          </a:r>
          <a:endParaRPr lang="en-DE" sz="1600" dirty="0"/>
        </a:p>
      </dgm:t>
    </dgm:pt>
    <dgm:pt modelId="{5BEA4BBA-0FED-4B35-ABBE-487B614260D2}" type="parTrans" cxnId="{E85C8B42-EF11-472C-A82A-7B4425927694}">
      <dgm:prSet/>
      <dgm:spPr/>
      <dgm:t>
        <a:bodyPr/>
        <a:lstStyle/>
        <a:p>
          <a:endParaRPr lang="en-DE" sz="1600"/>
        </a:p>
      </dgm:t>
    </dgm:pt>
    <dgm:pt modelId="{23C26764-EF06-4C1C-8231-695CC10347C0}" type="sibTrans" cxnId="{E85C8B42-EF11-472C-A82A-7B4425927694}">
      <dgm:prSet/>
      <dgm:spPr/>
      <dgm:t>
        <a:bodyPr/>
        <a:lstStyle/>
        <a:p>
          <a:endParaRPr lang="en-DE" sz="1800"/>
        </a:p>
      </dgm:t>
    </dgm:pt>
    <dgm:pt modelId="{9E6E081F-251C-4666-AA51-F34D8823C210}">
      <dgm:prSet phldrT="[Text]" custT="1"/>
      <dgm:spPr/>
      <dgm:t>
        <a:bodyPr/>
        <a:lstStyle/>
        <a:p>
          <a:r>
            <a:rPr lang="en-IN" sz="1600" dirty="0" smtClean="0"/>
            <a:t>Gripping Force</a:t>
          </a:r>
          <a:endParaRPr lang="en-DE" sz="1600" dirty="0"/>
        </a:p>
      </dgm:t>
    </dgm:pt>
    <dgm:pt modelId="{2A5CC1E3-D21D-4B62-A274-8362B67884E5}" type="sibTrans" cxnId="{7E107862-D3EF-4B9E-B4ED-2955B85F63CB}">
      <dgm:prSet/>
      <dgm:spPr/>
      <dgm:t>
        <a:bodyPr/>
        <a:lstStyle/>
        <a:p>
          <a:endParaRPr lang="en-DE" sz="1800"/>
        </a:p>
      </dgm:t>
    </dgm:pt>
    <dgm:pt modelId="{47F23A1D-297E-446C-B611-791F2F9694D1}" type="parTrans" cxnId="{7E107862-D3EF-4B9E-B4ED-2955B85F63CB}">
      <dgm:prSet/>
      <dgm:spPr/>
      <dgm:t>
        <a:bodyPr/>
        <a:lstStyle/>
        <a:p>
          <a:endParaRPr lang="en-DE" sz="1600"/>
        </a:p>
      </dgm:t>
    </dgm:pt>
    <dgm:pt modelId="{B4953089-1A56-465E-A2FD-91D3A0677C96}">
      <dgm:prSet phldrT="[Text]" custT="1"/>
      <dgm:spPr/>
      <dgm:t>
        <a:bodyPr/>
        <a:lstStyle/>
        <a:p>
          <a:r>
            <a:rPr lang="en-IN" sz="1600" dirty="0" smtClean="0"/>
            <a:t>Robot Reachability</a:t>
          </a:r>
          <a:endParaRPr lang="en-DE" sz="1600" dirty="0"/>
        </a:p>
      </dgm:t>
    </dgm:pt>
    <dgm:pt modelId="{340B1130-1EC4-41BB-9432-2B6A6CB7D988}" type="parTrans" cxnId="{B5322A7F-64CF-42CD-97F5-7D0654867BC7}">
      <dgm:prSet/>
      <dgm:spPr/>
      <dgm:t>
        <a:bodyPr/>
        <a:lstStyle/>
        <a:p>
          <a:endParaRPr lang="en-DE"/>
        </a:p>
      </dgm:t>
    </dgm:pt>
    <dgm:pt modelId="{C8AD85B7-2BED-49C0-A9BA-B87F81A44AD5}" type="sibTrans" cxnId="{B5322A7F-64CF-42CD-97F5-7D0654867BC7}">
      <dgm:prSet/>
      <dgm:spPr/>
      <dgm:t>
        <a:bodyPr/>
        <a:lstStyle/>
        <a:p>
          <a:endParaRPr lang="en-DE"/>
        </a:p>
      </dgm:t>
    </dgm:pt>
    <dgm:pt modelId="{65CE704E-1A46-448A-A7F3-2C265C6C0744}" type="pres">
      <dgm:prSet presAssocID="{252C0E3E-5F95-4A9B-836B-A55855886FE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de-DE"/>
        </a:p>
      </dgm:t>
    </dgm:pt>
    <dgm:pt modelId="{E03673BC-9115-4EF1-B9A4-5B39AADDDC8F}" type="pres">
      <dgm:prSet presAssocID="{419C9F6C-2E0D-4EB4-88DE-398A041AFBC9}" presName="hierRoot1" presStyleCnt="0">
        <dgm:presLayoutVars>
          <dgm:hierBranch val="init"/>
        </dgm:presLayoutVars>
      </dgm:prSet>
      <dgm:spPr/>
    </dgm:pt>
    <dgm:pt modelId="{D6F713A7-DE35-446F-91DB-D95F093A9CEA}" type="pres">
      <dgm:prSet presAssocID="{419C9F6C-2E0D-4EB4-88DE-398A041AFBC9}" presName="rootComposite1" presStyleCnt="0"/>
      <dgm:spPr/>
    </dgm:pt>
    <dgm:pt modelId="{A62E48CA-5380-4BB6-B94B-E023B465D517}" type="pres">
      <dgm:prSet presAssocID="{419C9F6C-2E0D-4EB4-88DE-398A041AFBC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de-DE"/>
        </a:p>
      </dgm:t>
    </dgm:pt>
    <dgm:pt modelId="{FBF2C204-E00B-458F-88F9-9209D1A90DFD}" type="pres">
      <dgm:prSet presAssocID="{419C9F6C-2E0D-4EB4-88DE-398A041AFBC9}" presName="rootConnector1" presStyleLbl="node1" presStyleIdx="0" presStyleCnt="0"/>
      <dgm:spPr/>
      <dgm:t>
        <a:bodyPr/>
        <a:lstStyle/>
        <a:p>
          <a:endParaRPr lang="de-DE"/>
        </a:p>
      </dgm:t>
    </dgm:pt>
    <dgm:pt modelId="{38417BD7-7A15-4407-BE9F-B448050A8F27}" type="pres">
      <dgm:prSet presAssocID="{419C9F6C-2E0D-4EB4-88DE-398A041AFBC9}" presName="hierChild2" presStyleCnt="0"/>
      <dgm:spPr/>
    </dgm:pt>
    <dgm:pt modelId="{0084C30A-EC70-43D5-BD1A-8447D5DF4CB3}" type="pres">
      <dgm:prSet presAssocID="{47F23A1D-297E-446C-B611-791F2F9694D1}" presName="Name64" presStyleLbl="parChTrans1D2" presStyleIdx="0" presStyleCnt="4"/>
      <dgm:spPr/>
      <dgm:t>
        <a:bodyPr/>
        <a:lstStyle/>
        <a:p>
          <a:endParaRPr lang="de-DE"/>
        </a:p>
      </dgm:t>
    </dgm:pt>
    <dgm:pt modelId="{98269497-F3C0-4C15-AD6C-5338F1C7E581}" type="pres">
      <dgm:prSet presAssocID="{9E6E081F-251C-4666-AA51-F34D8823C210}" presName="hierRoot2" presStyleCnt="0">
        <dgm:presLayoutVars>
          <dgm:hierBranch val="init"/>
        </dgm:presLayoutVars>
      </dgm:prSet>
      <dgm:spPr/>
    </dgm:pt>
    <dgm:pt modelId="{2761DC15-8F27-4EB9-9705-42B2F5B6F21F}" type="pres">
      <dgm:prSet presAssocID="{9E6E081F-251C-4666-AA51-F34D8823C210}" presName="rootComposite" presStyleCnt="0"/>
      <dgm:spPr/>
    </dgm:pt>
    <dgm:pt modelId="{C17688DF-871B-4D2C-8E56-FDF0ABD45C06}" type="pres">
      <dgm:prSet presAssocID="{9E6E081F-251C-4666-AA51-F34D8823C210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BFC7D64F-6D11-4311-ABCC-69C5B06879A2}" type="pres">
      <dgm:prSet presAssocID="{9E6E081F-251C-4666-AA51-F34D8823C210}" presName="rootConnector" presStyleLbl="node2" presStyleIdx="0" presStyleCnt="4"/>
      <dgm:spPr/>
      <dgm:t>
        <a:bodyPr/>
        <a:lstStyle/>
        <a:p>
          <a:endParaRPr lang="de-DE"/>
        </a:p>
      </dgm:t>
    </dgm:pt>
    <dgm:pt modelId="{116A4CA8-62B3-4303-822C-D9646E38CB1B}" type="pres">
      <dgm:prSet presAssocID="{9E6E081F-251C-4666-AA51-F34D8823C210}" presName="hierChild4" presStyleCnt="0"/>
      <dgm:spPr/>
    </dgm:pt>
    <dgm:pt modelId="{696C2784-6225-41DA-ADAC-2374BC70F703}" type="pres">
      <dgm:prSet presAssocID="{9E6E081F-251C-4666-AA51-F34D8823C210}" presName="hierChild5" presStyleCnt="0"/>
      <dgm:spPr/>
    </dgm:pt>
    <dgm:pt modelId="{1BD4C12B-2350-4C0E-8F85-5C2C2A620BFF}" type="pres">
      <dgm:prSet presAssocID="{4D950BED-ABF4-4CF8-9334-75EB2EB421C9}" presName="Name64" presStyleLbl="parChTrans1D2" presStyleIdx="1" presStyleCnt="4"/>
      <dgm:spPr/>
      <dgm:t>
        <a:bodyPr/>
        <a:lstStyle/>
        <a:p>
          <a:endParaRPr lang="de-DE"/>
        </a:p>
      </dgm:t>
    </dgm:pt>
    <dgm:pt modelId="{5B1C56FB-6BDF-4887-ADD1-C115CE2CF563}" type="pres">
      <dgm:prSet presAssocID="{14F454B9-11EB-47F8-B8F2-7B97850670C2}" presName="hierRoot2" presStyleCnt="0">
        <dgm:presLayoutVars>
          <dgm:hierBranch val="init"/>
        </dgm:presLayoutVars>
      </dgm:prSet>
      <dgm:spPr/>
    </dgm:pt>
    <dgm:pt modelId="{5B7FEEAB-72D1-4048-AF39-6D36C8FF383B}" type="pres">
      <dgm:prSet presAssocID="{14F454B9-11EB-47F8-B8F2-7B97850670C2}" presName="rootComposite" presStyleCnt="0"/>
      <dgm:spPr/>
    </dgm:pt>
    <dgm:pt modelId="{1B1B7D5C-44CF-4C82-A1E2-07FCC62DF7A1}" type="pres">
      <dgm:prSet presAssocID="{14F454B9-11EB-47F8-B8F2-7B97850670C2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FD66ADC3-6834-408E-9812-F934083BBA30}" type="pres">
      <dgm:prSet presAssocID="{14F454B9-11EB-47F8-B8F2-7B97850670C2}" presName="rootConnector" presStyleLbl="node2" presStyleIdx="1" presStyleCnt="4"/>
      <dgm:spPr/>
      <dgm:t>
        <a:bodyPr/>
        <a:lstStyle/>
        <a:p>
          <a:endParaRPr lang="de-DE"/>
        </a:p>
      </dgm:t>
    </dgm:pt>
    <dgm:pt modelId="{F7CD2244-D515-490D-8FF3-0A8FD00DD1DE}" type="pres">
      <dgm:prSet presAssocID="{14F454B9-11EB-47F8-B8F2-7B97850670C2}" presName="hierChild4" presStyleCnt="0"/>
      <dgm:spPr/>
    </dgm:pt>
    <dgm:pt modelId="{6200538C-2317-4F1B-B985-A48E1733F81F}" type="pres">
      <dgm:prSet presAssocID="{14F454B9-11EB-47F8-B8F2-7B97850670C2}" presName="hierChild5" presStyleCnt="0"/>
      <dgm:spPr/>
    </dgm:pt>
    <dgm:pt modelId="{77BBB8AC-A750-4AA6-B9D4-57BF012CCA4F}" type="pres">
      <dgm:prSet presAssocID="{5BEA4BBA-0FED-4B35-ABBE-487B614260D2}" presName="Name64" presStyleLbl="parChTrans1D2" presStyleIdx="2" presStyleCnt="4"/>
      <dgm:spPr/>
      <dgm:t>
        <a:bodyPr/>
        <a:lstStyle/>
        <a:p>
          <a:endParaRPr lang="de-DE"/>
        </a:p>
      </dgm:t>
    </dgm:pt>
    <dgm:pt modelId="{48220A98-3F00-426F-AEF5-DFEB17CD7B6C}" type="pres">
      <dgm:prSet presAssocID="{5B627789-BF51-4922-8231-4FD9DDFB8B45}" presName="hierRoot2" presStyleCnt="0">
        <dgm:presLayoutVars>
          <dgm:hierBranch val="init"/>
        </dgm:presLayoutVars>
      </dgm:prSet>
      <dgm:spPr/>
    </dgm:pt>
    <dgm:pt modelId="{EFA74995-03E0-4F13-B4DC-EE9A3E223D08}" type="pres">
      <dgm:prSet presAssocID="{5B627789-BF51-4922-8231-4FD9DDFB8B45}" presName="rootComposite" presStyleCnt="0"/>
      <dgm:spPr/>
    </dgm:pt>
    <dgm:pt modelId="{C074D1A3-8624-472F-9B73-3762398DD6E3}" type="pres">
      <dgm:prSet presAssocID="{5B627789-BF51-4922-8231-4FD9DDFB8B45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0EA830BA-9DC7-4C49-BFAA-5F45E5A7432A}" type="pres">
      <dgm:prSet presAssocID="{5B627789-BF51-4922-8231-4FD9DDFB8B45}" presName="rootConnector" presStyleLbl="node2" presStyleIdx="2" presStyleCnt="4"/>
      <dgm:spPr/>
      <dgm:t>
        <a:bodyPr/>
        <a:lstStyle/>
        <a:p>
          <a:endParaRPr lang="de-DE"/>
        </a:p>
      </dgm:t>
    </dgm:pt>
    <dgm:pt modelId="{E96530D6-6547-4A1D-BBCD-FE5AD31F0759}" type="pres">
      <dgm:prSet presAssocID="{5B627789-BF51-4922-8231-4FD9DDFB8B45}" presName="hierChild4" presStyleCnt="0"/>
      <dgm:spPr/>
    </dgm:pt>
    <dgm:pt modelId="{A32EE10F-7AC9-408C-9D2C-5DCD02C3B1F9}" type="pres">
      <dgm:prSet presAssocID="{5B627789-BF51-4922-8231-4FD9DDFB8B45}" presName="hierChild5" presStyleCnt="0"/>
      <dgm:spPr/>
    </dgm:pt>
    <dgm:pt modelId="{DAFD674C-3135-47DA-855F-C37734D60618}" type="pres">
      <dgm:prSet presAssocID="{340B1130-1EC4-41BB-9432-2B6A6CB7D988}" presName="Name64" presStyleLbl="parChTrans1D2" presStyleIdx="3" presStyleCnt="4"/>
      <dgm:spPr/>
      <dgm:t>
        <a:bodyPr/>
        <a:lstStyle/>
        <a:p>
          <a:endParaRPr lang="de-DE"/>
        </a:p>
      </dgm:t>
    </dgm:pt>
    <dgm:pt modelId="{DBFF8C21-4C6C-429A-9C43-F533B39C16F2}" type="pres">
      <dgm:prSet presAssocID="{B4953089-1A56-465E-A2FD-91D3A0677C96}" presName="hierRoot2" presStyleCnt="0">
        <dgm:presLayoutVars>
          <dgm:hierBranch val="init"/>
        </dgm:presLayoutVars>
      </dgm:prSet>
      <dgm:spPr/>
    </dgm:pt>
    <dgm:pt modelId="{54469D51-F145-4F6B-AE9C-677061887F00}" type="pres">
      <dgm:prSet presAssocID="{B4953089-1A56-465E-A2FD-91D3A0677C96}" presName="rootComposite" presStyleCnt="0"/>
      <dgm:spPr/>
    </dgm:pt>
    <dgm:pt modelId="{279CB042-8B70-4079-B0DA-1BDBDE608F72}" type="pres">
      <dgm:prSet presAssocID="{B4953089-1A56-465E-A2FD-91D3A0677C96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DE"/>
        </a:p>
      </dgm:t>
    </dgm:pt>
    <dgm:pt modelId="{EA9720AC-23F7-4694-977E-256AE5AECF9E}" type="pres">
      <dgm:prSet presAssocID="{B4953089-1A56-465E-A2FD-91D3A0677C96}" presName="rootConnector" presStyleLbl="node2" presStyleIdx="3" presStyleCnt="4"/>
      <dgm:spPr/>
      <dgm:t>
        <a:bodyPr/>
        <a:lstStyle/>
        <a:p>
          <a:endParaRPr lang="de-DE"/>
        </a:p>
      </dgm:t>
    </dgm:pt>
    <dgm:pt modelId="{44646297-9ED5-4943-AC2C-2D98E057D15C}" type="pres">
      <dgm:prSet presAssocID="{B4953089-1A56-465E-A2FD-91D3A0677C96}" presName="hierChild4" presStyleCnt="0"/>
      <dgm:spPr/>
    </dgm:pt>
    <dgm:pt modelId="{7210DE84-08C1-4135-B7D0-E9DF966670A0}" type="pres">
      <dgm:prSet presAssocID="{B4953089-1A56-465E-A2FD-91D3A0677C96}" presName="hierChild5" presStyleCnt="0"/>
      <dgm:spPr/>
    </dgm:pt>
    <dgm:pt modelId="{9670BCF4-AF09-4D9E-AE7B-3D2964371A27}" type="pres">
      <dgm:prSet presAssocID="{419C9F6C-2E0D-4EB4-88DE-398A041AFBC9}" presName="hierChild3" presStyleCnt="0"/>
      <dgm:spPr/>
    </dgm:pt>
  </dgm:ptLst>
  <dgm:cxnLst>
    <dgm:cxn modelId="{429B3D2A-2BF3-49BD-B7B3-75C56B332757}" type="presOf" srcId="{419C9F6C-2E0D-4EB4-88DE-398A041AFBC9}" destId="{A62E48CA-5380-4BB6-B94B-E023B465D517}" srcOrd="0" destOrd="0" presId="urn:microsoft.com/office/officeart/2009/3/layout/HorizontalOrganizationChart"/>
    <dgm:cxn modelId="{41900BE3-1B18-47A1-93BD-AEE762D5DACE}" type="presOf" srcId="{252C0E3E-5F95-4A9B-836B-A55855886FE9}" destId="{65CE704E-1A46-448A-A7F3-2C265C6C0744}" srcOrd="0" destOrd="0" presId="urn:microsoft.com/office/officeart/2009/3/layout/HorizontalOrganizationChart"/>
    <dgm:cxn modelId="{12543F78-F679-47A0-8651-526AC11D2961}" type="presOf" srcId="{340B1130-1EC4-41BB-9432-2B6A6CB7D988}" destId="{DAFD674C-3135-47DA-855F-C37734D60618}" srcOrd="0" destOrd="0" presId="urn:microsoft.com/office/officeart/2009/3/layout/HorizontalOrganizationChart"/>
    <dgm:cxn modelId="{6979C732-61A2-4C01-9DDF-ABCE51646C97}" type="presOf" srcId="{14F454B9-11EB-47F8-B8F2-7B97850670C2}" destId="{FD66ADC3-6834-408E-9812-F934083BBA30}" srcOrd="1" destOrd="0" presId="urn:microsoft.com/office/officeart/2009/3/layout/HorizontalOrganizationChart"/>
    <dgm:cxn modelId="{F69272D4-4580-434E-8B5A-51B28570BC2D}" type="presOf" srcId="{5BEA4BBA-0FED-4B35-ABBE-487B614260D2}" destId="{77BBB8AC-A750-4AA6-B9D4-57BF012CCA4F}" srcOrd="0" destOrd="0" presId="urn:microsoft.com/office/officeart/2009/3/layout/HorizontalOrganizationChart"/>
    <dgm:cxn modelId="{C6B31054-6CE4-48BB-AEC9-0A0B35C24BB7}" type="presOf" srcId="{5B627789-BF51-4922-8231-4FD9DDFB8B45}" destId="{C074D1A3-8624-472F-9B73-3762398DD6E3}" srcOrd="0" destOrd="0" presId="urn:microsoft.com/office/officeart/2009/3/layout/HorizontalOrganizationChart"/>
    <dgm:cxn modelId="{B5322A7F-64CF-42CD-97F5-7D0654867BC7}" srcId="{419C9F6C-2E0D-4EB4-88DE-398A041AFBC9}" destId="{B4953089-1A56-465E-A2FD-91D3A0677C96}" srcOrd="3" destOrd="0" parTransId="{340B1130-1EC4-41BB-9432-2B6A6CB7D988}" sibTransId="{C8AD85B7-2BED-49C0-A9BA-B87F81A44AD5}"/>
    <dgm:cxn modelId="{EF396C9C-D351-41F6-A9F9-5F57EFE0D03E}" type="presOf" srcId="{B4953089-1A56-465E-A2FD-91D3A0677C96}" destId="{EA9720AC-23F7-4694-977E-256AE5AECF9E}" srcOrd="1" destOrd="0" presId="urn:microsoft.com/office/officeart/2009/3/layout/HorizontalOrganizationChart"/>
    <dgm:cxn modelId="{854D0326-C36D-4BE4-A55F-F6385EFA089E}" type="presOf" srcId="{47F23A1D-297E-446C-B611-791F2F9694D1}" destId="{0084C30A-EC70-43D5-BD1A-8447D5DF4CB3}" srcOrd="0" destOrd="0" presId="urn:microsoft.com/office/officeart/2009/3/layout/HorizontalOrganizationChart"/>
    <dgm:cxn modelId="{F0A3F3E0-3599-4D69-8B4C-80CB248BA935}" type="presOf" srcId="{B4953089-1A56-465E-A2FD-91D3A0677C96}" destId="{279CB042-8B70-4079-B0DA-1BDBDE608F72}" srcOrd="0" destOrd="0" presId="urn:microsoft.com/office/officeart/2009/3/layout/HorizontalOrganizationChart"/>
    <dgm:cxn modelId="{9C963DB8-9D73-436E-8372-CF7F746B23D1}" type="presOf" srcId="{5B627789-BF51-4922-8231-4FD9DDFB8B45}" destId="{0EA830BA-9DC7-4C49-BFAA-5F45E5A7432A}" srcOrd="1" destOrd="0" presId="urn:microsoft.com/office/officeart/2009/3/layout/HorizontalOrganizationChart"/>
    <dgm:cxn modelId="{E4EFDBF3-2913-4536-AB04-8646BD86FB30}" srcId="{419C9F6C-2E0D-4EB4-88DE-398A041AFBC9}" destId="{14F454B9-11EB-47F8-B8F2-7B97850670C2}" srcOrd="1" destOrd="0" parTransId="{4D950BED-ABF4-4CF8-9334-75EB2EB421C9}" sibTransId="{80792977-9336-4A78-B833-0D726EABB098}"/>
    <dgm:cxn modelId="{03CC6CD3-08C2-490B-8EF3-7A2C808C14B3}" type="presOf" srcId="{4D950BED-ABF4-4CF8-9334-75EB2EB421C9}" destId="{1BD4C12B-2350-4C0E-8F85-5C2C2A620BFF}" srcOrd="0" destOrd="0" presId="urn:microsoft.com/office/officeart/2009/3/layout/HorizontalOrganizationChart"/>
    <dgm:cxn modelId="{E85C8B42-EF11-472C-A82A-7B4425927694}" srcId="{419C9F6C-2E0D-4EB4-88DE-398A041AFBC9}" destId="{5B627789-BF51-4922-8231-4FD9DDFB8B45}" srcOrd="2" destOrd="0" parTransId="{5BEA4BBA-0FED-4B35-ABBE-487B614260D2}" sibTransId="{23C26764-EF06-4C1C-8231-695CC10347C0}"/>
    <dgm:cxn modelId="{86AE0199-C086-4958-8F32-E6CB39D6532C}" type="presOf" srcId="{14F454B9-11EB-47F8-B8F2-7B97850670C2}" destId="{1B1B7D5C-44CF-4C82-A1E2-07FCC62DF7A1}" srcOrd="0" destOrd="0" presId="urn:microsoft.com/office/officeart/2009/3/layout/HorizontalOrganizationChart"/>
    <dgm:cxn modelId="{81F4ACC2-3368-4CF4-B90C-FDB54BB70FC0}" type="presOf" srcId="{9E6E081F-251C-4666-AA51-F34D8823C210}" destId="{BFC7D64F-6D11-4311-ABCC-69C5B06879A2}" srcOrd="1" destOrd="0" presId="urn:microsoft.com/office/officeart/2009/3/layout/HorizontalOrganizationChart"/>
    <dgm:cxn modelId="{740CECAA-A96C-4F7A-BD94-EB4DD97F8775}" srcId="{252C0E3E-5F95-4A9B-836B-A55855886FE9}" destId="{419C9F6C-2E0D-4EB4-88DE-398A041AFBC9}" srcOrd="0" destOrd="0" parTransId="{FEF55191-6779-45E4-9499-F7009695AB9D}" sibTransId="{18B3635F-1EDD-4060-B687-172DB130E235}"/>
    <dgm:cxn modelId="{7E107862-D3EF-4B9E-B4ED-2955B85F63CB}" srcId="{419C9F6C-2E0D-4EB4-88DE-398A041AFBC9}" destId="{9E6E081F-251C-4666-AA51-F34D8823C210}" srcOrd="0" destOrd="0" parTransId="{47F23A1D-297E-446C-B611-791F2F9694D1}" sibTransId="{2A5CC1E3-D21D-4B62-A274-8362B67884E5}"/>
    <dgm:cxn modelId="{1DD012B1-6094-45F0-8E36-91A2B75EBE33}" type="presOf" srcId="{419C9F6C-2E0D-4EB4-88DE-398A041AFBC9}" destId="{FBF2C204-E00B-458F-88F9-9209D1A90DFD}" srcOrd="1" destOrd="0" presId="urn:microsoft.com/office/officeart/2009/3/layout/HorizontalOrganizationChart"/>
    <dgm:cxn modelId="{956F5DE6-CF47-424B-9993-DC51BFF91086}" type="presOf" srcId="{9E6E081F-251C-4666-AA51-F34D8823C210}" destId="{C17688DF-871B-4D2C-8E56-FDF0ABD45C06}" srcOrd="0" destOrd="0" presId="urn:microsoft.com/office/officeart/2009/3/layout/HorizontalOrganizationChart"/>
    <dgm:cxn modelId="{8ABE72F1-DAD1-4F46-A283-586C5FE0623E}" type="presParOf" srcId="{65CE704E-1A46-448A-A7F3-2C265C6C0744}" destId="{E03673BC-9115-4EF1-B9A4-5B39AADDDC8F}" srcOrd="0" destOrd="0" presId="urn:microsoft.com/office/officeart/2009/3/layout/HorizontalOrganizationChart"/>
    <dgm:cxn modelId="{638D9D02-E8BB-46F3-B0E6-3FA2F3993629}" type="presParOf" srcId="{E03673BC-9115-4EF1-B9A4-5B39AADDDC8F}" destId="{D6F713A7-DE35-446F-91DB-D95F093A9CEA}" srcOrd="0" destOrd="0" presId="urn:microsoft.com/office/officeart/2009/3/layout/HorizontalOrganizationChart"/>
    <dgm:cxn modelId="{5F1BBB62-2906-4029-A09B-1B1401A6FAD6}" type="presParOf" srcId="{D6F713A7-DE35-446F-91DB-D95F093A9CEA}" destId="{A62E48CA-5380-4BB6-B94B-E023B465D517}" srcOrd="0" destOrd="0" presId="urn:microsoft.com/office/officeart/2009/3/layout/HorizontalOrganizationChart"/>
    <dgm:cxn modelId="{6C705EC7-BF45-4572-BEBC-631CC6909598}" type="presParOf" srcId="{D6F713A7-DE35-446F-91DB-D95F093A9CEA}" destId="{FBF2C204-E00B-458F-88F9-9209D1A90DFD}" srcOrd="1" destOrd="0" presId="urn:microsoft.com/office/officeart/2009/3/layout/HorizontalOrganizationChart"/>
    <dgm:cxn modelId="{DEE18B81-C794-4E22-9483-CDDF761DC966}" type="presParOf" srcId="{E03673BC-9115-4EF1-B9A4-5B39AADDDC8F}" destId="{38417BD7-7A15-4407-BE9F-B448050A8F27}" srcOrd="1" destOrd="0" presId="urn:microsoft.com/office/officeart/2009/3/layout/HorizontalOrganizationChart"/>
    <dgm:cxn modelId="{BD234BCA-8CF9-46C4-AC49-17FDCC1600DF}" type="presParOf" srcId="{38417BD7-7A15-4407-BE9F-B448050A8F27}" destId="{0084C30A-EC70-43D5-BD1A-8447D5DF4CB3}" srcOrd="0" destOrd="0" presId="urn:microsoft.com/office/officeart/2009/3/layout/HorizontalOrganizationChart"/>
    <dgm:cxn modelId="{F8D4773E-AAE2-49D2-A193-73D1B089CD80}" type="presParOf" srcId="{38417BD7-7A15-4407-BE9F-B448050A8F27}" destId="{98269497-F3C0-4C15-AD6C-5338F1C7E581}" srcOrd="1" destOrd="0" presId="urn:microsoft.com/office/officeart/2009/3/layout/HorizontalOrganizationChart"/>
    <dgm:cxn modelId="{068D7DE5-7F1B-4A07-853F-9A48CDB34260}" type="presParOf" srcId="{98269497-F3C0-4C15-AD6C-5338F1C7E581}" destId="{2761DC15-8F27-4EB9-9705-42B2F5B6F21F}" srcOrd="0" destOrd="0" presId="urn:microsoft.com/office/officeart/2009/3/layout/HorizontalOrganizationChart"/>
    <dgm:cxn modelId="{B0CDF8A2-C902-48A7-96D1-B25E08E3B7E6}" type="presParOf" srcId="{2761DC15-8F27-4EB9-9705-42B2F5B6F21F}" destId="{C17688DF-871B-4D2C-8E56-FDF0ABD45C06}" srcOrd="0" destOrd="0" presId="urn:microsoft.com/office/officeart/2009/3/layout/HorizontalOrganizationChart"/>
    <dgm:cxn modelId="{837D3A1D-DC81-476D-85FE-C0C0DDDEA0AE}" type="presParOf" srcId="{2761DC15-8F27-4EB9-9705-42B2F5B6F21F}" destId="{BFC7D64F-6D11-4311-ABCC-69C5B06879A2}" srcOrd="1" destOrd="0" presId="urn:microsoft.com/office/officeart/2009/3/layout/HorizontalOrganizationChart"/>
    <dgm:cxn modelId="{F2CF4412-14E8-4DE8-B842-057E9D6D88EE}" type="presParOf" srcId="{98269497-F3C0-4C15-AD6C-5338F1C7E581}" destId="{116A4CA8-62B3-4303-822C-D9646E38CB1B}" srcOrd="1" destOrd="0" presId="urn:microsoft.com/office/officeart/2009/3/layout/HorizontalOrganizationChart"/>
    <dgm:cxn modelId="{59F5B02B-7F89-4155-BB8D-E058813F494E}" type="presParOf" srcId="{98269497-F3C0-4C15-AD6C-5338F1C7E581}" destId="{696C2784-6225-41DA-ADAC-2374BC70F703}" srcOrd="2" destOrd="0" presId="urn:microsoft.com/office/officeart/2009/3/layout/HorizontalOrganizationChart"/>
    <dgm:cxn modelId="{85E35B8F-5F4C-49B6-8C77-4E8D87DD26B2}" type="presParOf" srcId="{38417BD7-7A15-4407-BE9F-B448050A8F27}" destId="{1BD4C12B-2350-4C0E-8F85-5C2C2A620BFF}" srcOrd="2" destOrd="0" presId="urn:microsoft.com/office/officeart/2009/3/layout/HorizontalOrganizationChart"/>
    <dgm:cxn modelId="{E3670606-0D36-4AE5-A776-CDFADF3DFEEE}" type="presParOf" srcId="{38417BD7-7A15-4407-BE9F-B448050A8F27}" destId="{5B1C56FB-6BDF-4887-ADD1-C115CE2CF563}" srcOrd="3" destOrd="0" presId="urn:microsoft.com/office/officeart/2009/3/layout/HorizontalOrganizationChart"/>
    <dgm:cxn modelId="{43CC57AD-ABB1-424E-9B12-3E02D8533F17}" type="presParOf" srcId="{5B1C56FB-6BDF-4887-ADD1-C115CE2CF563}" destId="{5B7FEEAB-72D1-4048-AF39-6D36C8FF383B}" srcOrd="0" destOrd="0" presId="urn:microsoft.com/office/officeart/2009/3/layout/HorizontalOrganizationChart"/>
    <dgm:cxn modelId="{66ABDD52-E284-4942-A532-1239B721CF9E}" type="presParOf" srcId="{5B7FEEAB-72D1-4048-AF39-6D36C8FF383B}" destId="{1B1B7D5C-44CF-4C82-A1E2-07FCC62DF7A1}" srcOrd="0" destOrd="0" presId="urn:microsoft.com/office/officeart/2009/3/layout/HorizontalOrganizationChart"/>
    <dgm:cxn modelId="{66C59A67-B5DD-45D4-A647-9D3BB91D744E}" type="presParOf" srcId="{5B7FEEAB-72D1-4048-AF39-6D36C8FF383B}" destId="{FD66ADC3-6834-408E-9812-F934083BBA30}" srcOrd="1" destOrd="0" presId="urn:microsoft.com/office/officeart/2009/3/layout/HorizontalOrganizationChart"/>
    <dgm:cxn modelId="{B6BD3A3B-A5E3-439A-99BA-BA7A471999D6}" type="presParOf" srcId="{5B1C56FB-6BDF-4887-ADD1-C115CE2CF563}" destId="{F7CD2244-D515-490D-8FF3-0A8FD00DD1DE}" srcOrd="1" destOrd="0" presId="urn:microsoft.com/office/officeart/2009/3/layout/HorizontalOrganizationChart"/>
    <dgm:cxn modelId="{7D94D391-BEB0-4DE4-BC45-65998CCDD7A8}" type="presParOf" srcId="{5B1C56FB-6BDF-4887-ADD1-C115CE2CF563}" destId="{6200538C-2317-4F1B-B985-A48E1733F81F}" srcOrd="2" destOrd="0" presId="urn:microsoft.com/office/officeart/2009/3/layout/HorizontalOrganizationChart"/>
    <dgm:cxn modelId="{57768651-DCB4-4D53-87A0-5C44FA597A68}" type="presParOf" srcId="{38417BD7-7A15-4407-BE9F-B448050A8F27}" destId="{77BBB8AC-A750-4AA6-B9D4-57BF012CCA4F}" srcOrd="4" destOrd="0" presId="urn:microsoft.com/office/officeart/2009/3/layout/HorizontalOrganizationChart"/>
    <dgm:cxn modelId="{C495C9CF-4F9F-4AD7-82AF-242A4C6B0C6F}" type="presParOf" srcId="{38417BD7-7A15-4407-BE9F-B448050A8F27}" destId="{48220A98-3F00-426F-AEF5-DFEB17CD7B6C}" srcOrd="5" destOrd="0" presId="urn:microsoft.com/office/officeart/2009/3/layout/HorizontalOrganizationChart"/>
    <dgm:cxn modelId="{4A8BD74B-D8F7-4842-8AAE-15C55112A3C1}" type="presParOf" srcId="{48220A98-3F00-426F-AEF5-DFEB17CD7B6C}" destId="{EFA74995-03E0-4F13-B4DC-EE9A3E223D08}" srcOrd="0" destOrd="0" presId="urn:microsoft.com/office/officeart/2009/3/layout/HorizontalOrganizationChart"/>
    <dgm:cxn modelId="{4DF2C437-0DBF-4884-B8C1-369A436CAC12}" type="presParOf" srcId="{EFA74995-03E0-4F13-B4DC-EE9A3E223D08}" destId="{C074D1A3-8624-472F-9B73-3762398DD6E3}" srcOrd="0" destOrd="0" presId="urn:microsoft.com/office/officeart/2009/3/layout/HorizontalOrganizationChart"/>
    <dgm:cxn modelId="{127B4DA7-1F42-42D2-90E9-C73BF5FF2692}" type="presParOf" srcId="{EFA74995-03E0-4F13-B4DC-EE9A3E223D08}" destId="{0EA830BA-9DC7-4C49-BFAA-5F45E5A7432A}" srcOrd="1" destOrd="0" presId="urn:microsoft.com/office/officeart/2009/3/layout/HorizontalOrganizationChart"/>
    <dgm:cxn modelId="{37C66A49-01DF-49DB-8ADC-06351F6A1A1A}" type="presParOf" srcId="{48220A98-3F00-426F-AEF5-DFEB17CD7B6C}" destId="{E96530D6-6547-4A1D-BBCD-FE5AD31F0759}" srcOrd="1" destOrd="0" presId="urn:microsoft.com/office/officeart/2009/3/layout/HorizontalOrganizationChart"/>
    <dgm:cxn modelId="{13FB0380-2E6B-4DE0-9F88-1DE4FFDD04BD}" type="presParOf" srcId="{48220A98-3F00-426F-AEF5-DFEB17CD7B6C}" destId="{A32EE10F-7AC9-408C-9D2C-5DCD02C3B1F9}" srcOrd="2" destOrd="0" presId="urn:microsoft.com/office/officeart/2009/3/layout/HorizontalOrganizationChart"/>
    <dgm:cxn modelId="{748E4A96-23AC-42F0-9992-1CEEAB25050A}" type="presParOf" srcId="{38417BD7-7A15-4407-BE9F-B448050A8F27}" destId="{DAFD674C-3135-47DA-855F-C37734D60618}" srcOrd="6" destOrd="0" presId="urn:microsoft.com/office/officeart/2009/3/layout/HorizontalOrganizationChart"/>
    <dgm:cxn modelId="{B63F9533-5185-4954-BF20-230008B74B6B}" type="presParOf" srcId="{38417BD7-7A15-4407-BE9F-B448050A8F27}" destId="{DBFF8C21-4C6C-429A-9C43-F533B39C16F2}" srcOrd="7" destOrd="0" presId="urn:microsoft.com/office/officeart/2009/3/layout/HorizontalOrganizationChart"/>
    <dgm:cxn modelId="{57141184-F660-4CA3-BE5B-8D790DCC2287}" type="presParOf" srcId="{DBFF8C21-4C6C-429A-9C43-F533B39C16F2}" destId="{54469D51-F145-4F6B-AE9C-677061887F00}" srcOrd="0" destOrd="0" presId="urn:microsoft.com/office/officeart/2009/3/layout/HorizontalOrganizationChart"/>
    <dgm:cxn modelId="{7802759B-EE53-48DE-B58D-53F727603B6A}" type="presParOf" srcId="{54469D51-F145-4F6B-AE9C-677061887F00}" destId="{279CB042-8B70-4079-B0DA-1BDBDE608F72}" srcOrd="0" destOrd="0" presId="urn:microsoft.com/office/officeart/2009/3/layout/HorizontalOrganizationChart"/>
    <dgm:cxn modelId="{7D29D810-D912-4FB1-89C1-29448D55B931}" type="presParOf" srcId="{54469D51-F145-4F6B-AE9C-677061887F00}" destId="{EA9720AC-23F7-4694-977E-256AE5AECF9E}" srcOrd="1" destOrd="0" presId="urn:microsoft.com/office/officeart/2009/3/layout/HorizontalOrganizationChart"/>
    <dgm:cxn modelId="{1DA7DBFA-58AC-4A41-A83C-408F78692824}" type="presParOf" srcId="{DBFF8C21-4C6C-429A-9C43-F533B39C16F2}" destId="{44646297-9ED5-4943-AC2C-2D98E057D15C}" srcOrd="1" destOrd="0" presId="urn:microsoft.com/office/officeart/2009/3/layout/HorizontalOrganizationChart"/>
    <dgm:cxn modelId="{683EA6C3-7771-4701-98E5-7B7DAC2A050A}" type="presParOf" srcId="{DBFF8C21-4C6C-429A-9C43-F533B39C16F2}" destId="{7210DE84-08C1-4135-B7D0-E9DF966670A0}" srcOrd="2" destOrd="0" presId="urn:microsoft.com/office/officeart/2009/3/layout/HorizontalOrganizationChart"/>
    <dgm:cxn modelId="{0D82BB71-43EA-42E1-B8CD-026DA9EC21B5}" type="presParOf" srcId="{E03673BC-9115-4EF1-B9A4-5B39AADDDC8F}" destId="{9670BCF4-AF09-4D9E-AE7B-3D2964371A2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D2CDAC-2DB2-4D12-8162-3708CE313441}" type="doc">
      <dgm:prSet loTypeId="urn:microsoft.com/office/officeart/2005/8/layout/process4" loCatId="process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DE"/>
        </a:p>
      </dgm:t>
    </dgm:pt>
    <dgm:pt modelId="{010870FE-C682-4D06-B30C-620820171F82}">
      <dgm:prSet phldrT="[Text]" custT="1"/>
      <dgm:spPr/>
      <dgm:t>
        <a:bodyPr/>
        <a:lstStyle/>
        <a:p>
          <a:r>
            <a:rPr lang="en-IN" sz="1200" dirty="0" smtClean="0"/>
            <a:t>3D CAD Model</a:t>
          </a:r>
          <a:endParaRPr lang="en-DE" sz="600" dirty="0"/>
        </a:p>
      </dgm:t>
    </dgm:pt>
    <dgm:pt modelId="{A5A12255-0701-4FB0-BED2-E98E613A3F12}" type="parTrans" cxnId="{17517D36-991E-48F7-A1C3-70680C91D3D3}">
      <dgm:prSet/>
      <dgm:spPr/>
      <dgm:t>
        <a:bodyPr/>
        <a:lstStyle/>
        <a:p>
          <a:endParaRPr lang="en-DE"/>
        </a:p>
      </dgm:t>
    </dgm:pt>
    <dgm:pt modelId="{E5E9F7C9-79C7-4BA3-A9C7-AEF2834B9FCD}" type="sibTrans" cxnId="{17517D36-991E-48F7-A1C3-70680C91D3D3}">
      <dgm:prSet/>
      <dgm:spPr/>
      <dgm:t>
        <a:bodyPr/>
        <a:lstStyle/>
        <a:p>
          <a:endParaRPr lang="en-DE"/>
        </a:p>
      </dgm:t>
    </dgm:pt>
    <dgm:pt modelId="{F139B6CA-70FC-41FB-BD3B-B9CDFEB23C58}">
      <dgm:prSet phldrT="[Text]" custT="1"/>
      <dgm:spPr/>
      <dgm:t>
        <a:bodyPr/>
        <a:lstStyle/>
        <a:p>
          <a:r>
            <a:rPr lang="en-IN" sz="1200" dirty="0" smtClean="0"/>
            <a:t>FreeCAD Python Script</a:t>
          </a:r>
          <a:endParaRPr lang="en-DE" sz="1200" dirty="0"/>
        </a:p>
      </dgm:t>
    </dgm:pt>
    <dgm:pt modelId="{28A86866-8855-445D-BB3B-E1E880D3E36A}" type="parTrans" cxnId="{04A17C83-ACC2-4D4D-842D-49BD76B7BC7D}">
      <dgm:prSet/>
      <dgm:spPr/>
      <dgm:t>
        <a:bodyPr/>
        <a:lstStyle/>
        <a:p>
          <a:endParaRPr lang="en-DE"/>
        </a:p>
      </dgm:t>
    </dgm:pt>
    <dgm:pt modelId="{3FE6C1B1-4508-410B-B379-01631887999B}" type="sibTrans" cxnId="{04A17C83-ACC2-4D4D-842D-49BD76B7BC7D}">
      <dgm:prSet/>
      <dgm:spPr/>
      <dgm:t>
        <a:bodyPr/>
        <a:lstStyle/>
        <a:p>
          <a:endParaRPr lang="en-DE"/>
        </a:p>
      </dgm:t>
    </dgm:pt>
    <dgm:pt modelId="{483618D9-CAD3-40B7-8653-D223B617BB2B}">
      <dgm:prSet phldrT="[Text]" custT="1"/>
      <dgm:spPr/>
      <dgm:t>
        <a:bodyPr/>
        <a:lstStyle/>
        <a:p>
          <a:r>
            <a:rPr lang="en-IN" sz="1200" dirty="0" smtClean="0"/>
            <a:t>Geometry Extraction</a:t>
          </a:r>
          <a:endParaRPr lang="en-DE" sz="1900" dirty="0"/>
        </a:p>
      </dgm:t>
    </dgm:pt>
    <dgm:pt modelId="{61FDCEBF-FB28-4995-B4C4-E5005235C861}" type="parTrans" cxnId="{0EB5612F-54C4-412B-B07F-F9B5C9E0F222}">
      <dgm:prSet/>
      <dgm:spPr/>
      <dgm:t>
        <a:bodyPr/>
        <a:lstStyle/>
        <a:p>
          <a:endParaRPr lang="en-DE"/>
        </a:p>
      </dgm:t>
    </dgm:pt>
    <dgm:pt modelId="{B3407E73-4AC6-4EC4-A405-3C24B0422F4A}" type="sibTrans" cxnId="{0EB5612F-54C4-412B-B07F-F9B5C9E0F222}">
      <dgm:prSet/>
      <dgm:spPr/>
      <dgm:t>
        <a:bodyPr/>
        <a:lstStyle/>
        <a:p>
          <a:endParaRPr lang="en-DE"/>
        </a:p>
      </dgm:t>
    </dgm:pt>
    <dgm:pt modelId="{EF404568-3829-4763-8D82-A45EBCF80755}">
      <dgm:prSet custT="1"/>
      <dgm:spPr/>
      <dgm:t>
        <a:bodyPr/>
        <a:lstStyle/>
        <a:p>
          <a:r>
            <a:rPr lang="en-IN" sz="1200" dirty="0" smtClean="0"/>
            <a:t>Parameter Calculation</a:t>
          </a:r>
          <a:endParaRPr lang="en-DE" sz="1200" dirty="0"/>
        </a:p>
      </dgm:t>
    </dgm:pt>
    <dgm:pt modelId="{D611B1A2-242B-441F-AC1C-79314933FB40}" type="parTrans" cxnId="{0FFDC213-31A1-4FA6-97E2-A8978B372F35}">
      <dgm:prSet/>
      <dgm:spPr/>
      <dgm:t>
        <a:bodyPr/>
        <a:lstStyle/>
        <a:p>
          <a:endParaRPr lang="en-DE"/>
        </a:p>
      </dgm:t>
    </dgm:pt>
    <dgm:pt modelId="{BADDCCAF-2319-4831-9409-26D31EA9DFAB}" type="sibTrans" cxnId="{0FFDC213-31A1-4FA6-97E2-A8978B372F35}">
      <dgm:prSet/>
      <dgm:spPr/>
      <dgm:t>
        <a:bodyPr/>
        <a:lstStyle/>
        <a:p>
          <a:endParaRPr lang="en-DE"/>
        </a:p>
      </dgm:t>
    </dgm:pt>
    <dgm:pt modelId="{E44D02C4-8548-4531-81FE-8ABA50EAEC89}">
      <dgm:prSet custT="1"/>
      <dgm:spPr/>
      <dgm:t>
        <a:bodyPr/>
        <a:lstStyle/>
        <a:p>
          <a:r>
            <a:rPr lang="en-IN" sz="1200" dirty="0" smtClean="0"/>
            <a:t>Gripping Candidate generation</a:t>
          </a:r>
          <a:endParaRPr lang="en-DE" sz="1200" dirty="0"/>
        </a:p>
      </dgm:t>
    </dgm:pt>
    <dgm:pt modelId="{5AA9F071-3D46-4B23-AF87-414DC8ED62E2}" type="parTrans" cxnId="{5D6747FC-1425-49E3-AAFE-B38B1BEB3B2D}">
      <dgm:prSet/>
      <dgm:spPr/>
      <dgm:t>
        <a:bodyPr/>
        <a:lstStyle/>
        <a:p>
          <a:endParaRPr lang="en-DE"/>
        </a:p>
      </dgm:t>
    </dgm:pt>
    <dgm:pt modelId="{4F64470D-C4C2-457E-9EEE-AFF021D06AA1}" type="sibTrans" cxnId="{5D6747FC-1425-49E3-AAFE-B38B1BEB3B2D}">
      <dgm:prSet/>
      <dgm:spPr/>
      <dgm:t>
        <a:bodyPr/>
        <a:lstStyle/>
        <a:p>
          <a:endParaRPr lang="en-DE"/>
        </a:p>
      </dgm:t>
    </dgm:pt>
    <dgm:pt modelId="{47AF5171-C442-49B1-B51B-840E57A1AFBF}">
      <dgm:prSet custT="1"/>
      <dgm:spPr/>
      <dgm:t>
        <a:bodyPr/>
        <a:lstStyle/>
        <a:p>
          <a:r>
            <a:rPr lang="en-IN" sz="1200" dirty="0" smtClean="0"/>
            <a:t>Export parameters to JSON</a:t>
          </a:r>
          <a:endParaRPr lang="en-DE" sz="1200" dirty="0"/>
        </a:p>
      </dgm:t>
    </dgm:pt>
    <dgm:pt modelId="{9202C849-8A9D-4A69-89B8-17FB35713802}" type="parTrans" cxnId="{6E539665-6836-4C1E-B7F3-682E3191D130}">
      <dgm:prSet/>
      <dgm:spPr/>
      <dgm:t>
        <a:bodyPr/>
        <a:lstStyle/>
        <a:p>
          <a:endParaRPr lang="en-DE"/>
        </a:p>
      </dgm:t>
    </dgm:pt>
    <dgm:pt modelId="{33023C4A-AC1C-4CE6-9CB2-397EADD8740D}" type="sibTrans" cxnId="{6E539665-6836-4C1E-B7F3-682E3191D130}">
      <dgm:prSet/>
      <dgm:spPr/>
      <dgm:t>
        <a:bodyPr/>
        <a:lstStyle/>
        <a:p>
          <a:endParaRPr lang="en-DE"/>
        </a:p>
      </dgm:t>
    </dgm:pt>
    <dgm:pt modelId="{9A5D0A21-993E-4444-BCB4-1FC0AB90A280}" type="pres">
      <dgm:prSet presAssocID="{9ED2CDAC-2DB2-4D12-8162-3708CE31344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B1790A9D-75C8-49DA-88D7-AC226005B8DC}" type="pres">
      <dgm:prSet presAssocID="{47AF5171-C442-49B1-B51B-840E57A1AFBF}" presName="boxAndChildren" presStyleCnt="0"/>
      <dgm:spPr/>
    </dgm:pt>
    <dgm:pt modelId="{93943EC2-4FDE-41AE-933E-81787676AE76}" type="pres">
      <dgm:prSet presAssocID="{47AF5171-C442-49B1-B51B-840E57A1AFBF}" presName="parentTextBox" presStyleLbl="node1" presStyleIdx="0" presStyleCnt="6" custLinFactNeighborX="-5289" custLinFactNeighborY="3909"/>
      <dgm:spPr/>
      <dgm:t>
        <a:bodyPr/>
        <a:lstStyle/>
        <a:p>
          <a:endParaRPr lang="en-DE"/>
        </a:p>
      </dgm:t>
    </dgm:pt>
    <dgm:pt modelId="{0EDEAF4E-49B0-4073-B9D3-889CD48775BC}" type="pres">
      <dgm:prSet presAssocID="{4F64470D-C4C2-457E-9EEE-AFF021D06AA1}" presName="sp" presStyleCnt="0"/>
      <dgm:spPr/>
    </dgm:pt>
    <dgm:pt modelId="{F056AE85-F563-44FD-85DA-E5183614DD6F}" type="pres">
      <dgm:prSet presAssocID="{E44D02C4-8548-4531-81FE-8ABA50EAEC89}" presName="arrowAndChildren" presStyleCnt="0"/>
      <dgm:spPr/>
    </dgm:pt>
    <dgm:pt modelId="{65C39C54-9A23-4E1E-A0D9-125B651EA294}" type="pres">
      <dgm:prSet presAssocID="{E44D02C4-8548-4531-81FE-8ABA50EAEC89}" presName="parentTextArrow" presStyleLbl="node1" presStyleIdx="1" presStyleCnt="6"/>
      <dgm:spPr/>
      <dgm:t>
        <a:bodyPr/>
        <a:lstStyle/>
        <a:p>
          <a:endParaRPr lang="en-DE"/>
        </a:p>
      </dgm:t>
    </dgm:pt>
    <dgm:pt modelId="{E918CFA1-2406-4CE6-A580-AFFDE616A953}" type="pres">
      <dgm:prSet presAssocID="{BADDCCAF-2319-4831-9409-26D31EA9DFAB}" presName="sp" presStyleCnt="0"/>
      <dgm:spPr/>
    </dgm:pt>
    <dgm:pt modelId="{DCFD69C8-1673-471A-9B6D-1AA502959A96}" type="pres">
      <dgm:prSet presAssocID="{EF404568-3829-4763-8D82-A45EBCF80755}" presName="arrowAndChildren" presStyleCnt="0"/>
      <dgm:spPr/>
    </dgm:pt>
    <dgm:pt modelId="{3193DB04-B0F3-497D-B8C8-44B27576A424}" type="pres">
      <dgm:prSet presAssocID="{EF404568-3829-4763-8D82-A45EBCF80755}" presName="parentTextArrow" presStyleLbl="node1" presStyleIdx="2" presStyleCnt="6"/>
      <dgm:spPr/>
      <dgm:t>
        <a:bodyPr/>
        <a:lstStyle/>
        <a:p>
          <a:endParaRPr lang="en-DE"/>
        </a:p>
      </dgm:t>
    </dgm:pt>
    <dgm:pt modelId="{560FB762-8960-4B77-98B2-356B0C72AE01}" type="pres">
      <dgm:prSet presAssocID="{B3407E73-4AC6-4EC4-A405-3C24B0422F4A}" presName="sp" presStyleCnt="0"/>
      <dgm:spPr/>
    </dgm:pt>
    <dgm:pt modelId="{4E121AA7-0E3C-42A4-8200-509E88E82CC2}" type="pres">
      <dgm:prSet presAssocID="{483618D9-CAD3-40B7-8653-D223B617BB2B}" presName="arrowAndChildren" presStyleCnt="0"/>
      <dgm:spPr/>
    </dgm:pt>
    <dgm:pt modelId="{EDC41330-D78C-45D9-B449-AB39A94C7F4B}" type="pres">
      <dgm:prSet presAssocID="{483618D9-CAD3-40B7-8653-D223B617BB2B}" presName="parentTextArrow" presStyleLbl="node1" presStyleIdx="3" presStyleCnt="6"/>
      <dgm:spPr/>
      <dgm:t>
        <a:bodyPr/>
        <a:lstStyle/>
        <a:p>
          <a:endParaRPr lang="de-DE"/>
        </a:p>
      </dgm:t>
    </dgm:pt>
    <dgm:pt modelId="{C2BA55D9-8272-4E49-9D75-32D5AFD9EBF9}" type="pres">
      <dgm:prSet presAssocID="{3FE6C1B1-4508-410B-B379-01631887999B}" presName="sp" presStyleCnt="0"/>
      <dgm:spPr/>
    </dgm:pt>
    <dgm:pt modelId="{7EB9348F-7B30-4DAE-8EDD-68BFB05515E5}" type="pres">
      <dgm:prSet presAssocID="{F139B6CA-70FC-41FB-BD3B-B9CDFEB23C58}" presName="arrowAndChildren" presStyleCnt="0"/>
      <dgm:spPr/>
    </dgm:pt>
    <dgm:pt modelId="{6B053AB7-6ED6-40ED-93B0-F91FDE72F598}" type="pres">
      <dgm:prSet presAssocID="{F139B6CA-70FC-41FB-BD3B-B9CDFEB23C58}" presName="parentTextArrow" presStyleLbl="node1" presStyleIdx="4" presStyleCnt="6"/>
      <dgm:spPr/>
      <dgm:t>
        <a:bodyPr/>
        <a:lstStyle/>
        <a:p>
          <a:endParaRPr lang="en-DE"/>
        </a:p>
      </dgm:t>
    </dgm:pt>
    <dgm:pt modelId="{FBF979DD-2947-4DB7-B5A7-72F9CDB50071}" type="pres">
      <dgm:prSet presAssocID="{E5E9F7C9-79C7-4BA3-A9C7-AEF2834B9FCD}" presName="sp" presStyleCnt="0"/>
      <dgm:spPr/>
    </dgm:pt>
    <dgm:pt modelId="{E2AA0948-5EA1-4BED-A0F7-D61C77ACA8C8}" type="pres">
      <dgm:prSet presAssocID="{010870FE-C682-4D06-B30C-620820171F82}" presName="arrowAndChildren" presStyleCnt="0"/>
      <dgm:spPr/>
    </dgm:pt>
    <dgm:pt modelId="{9ECF2234-6F0A-48C7-8365-84914D8E9416}" type="pres">
      <dgm:prSet presAssocID="{010870FE-C682-4D06-B30C-620820171F82}" presName="parentTextArrow" presStyleLbl="node1" presStyleIdx="5" presStyleCnt="6" custAng="0"/>
      <dgm:spPr/>
      <dgm:t>
        <a:bodyPr/>
        <a:lstStyle/>
        <a:p>
          <a:endParaRPr lang="en-DE"/>
        </a:p>
      </dgm:t>
    </dgm:pt>
  </dgm:ptLst>
  <dgm:cxnLst>
    <dgm:cxn modelId="{1EB67506-4481-4F73-9495-8E0822A981E6}" type="presOf" srcId="{F139B6CA-70FC-41FB-BD3B-B9CDFEB23C58}" destId="{6B053AB7-6ED6-40ED-93B0-F91FDE72F598}" srcOrd="0" destOrd="0" presId="urn:microsoft.com/office/officeart/2005/8/layout/process4"/>
    <dgm:cxn modelId="{232D7274-7165-479E-B014-06CDEDA74450}" type="presOf" srcId="{9ED2CDAC-2DB2-4D12-8162-3708CE313441}" destId="{9A5D0A21-993E-4444-BCB4-1FC0AB90A280}" srcOrd="0" destOrd="0" presId="urn:microsoft.com/office/officeart/2005/8/layout/process4"/>
    <dgm:cxn modelId="{BDE0DCF4-7BFF-4C51-95FE-715D39D824C3}" type="presOf" srcId="{EF404568-3829-4763-8D82-A45EBCF80755}" destId="{3193DB04-B0F3-497D-B8C8-44B27576A424}" srcOrd="0" destOrd="0" presId="urn:microsoft.com/office/officeart/2005/8/layout/process4"/>
    <dgm:cxn modelId="{0FFDC213-31A1-4FA6-97E2-A8978B372F35}" srcId="{9ED2CDAC-2DB2-4D12-8162-3708CE313441}" destId="{EF404568-3829-4763-8D82-A45EBCF80755}" srcOrd="3" destOrd="0" parTransId="{D611B1A2-242B-441F-AC1C-79314933FB40}" sibTransId="{BADDCCAF-2319-4831-9409-26D31EA9DFAB}"/>
    <dgm:cxn modelId="{4AE990AA-0FD3-49B9-9FD9-8B519ADF7C44}" type="presOf" srcId="{483618D9-CAD3-40B7-8653-D223B617BB2B}" destId="{EDC41330-D78C-45D9-B449-AB39A94C7F4B}" srcOrd="0" destOrd="0" presId="urn:microsoft.com/office/officeart/2005/8/layout/process4"/>
    <dgm:cxn modelId="{FB40A7D0-5E3F-4580-A189-A45AB077DD0B}" type="presOf" srcId="{E44D02C4-8548-4531-81FE-8ABA50EAEC89}" destId="{65C39C54-9A23-4E1E-A0D9-125B651EA294}" srcOrd="0" destOrd="0" presId="urn:microsoft.com/office/officeart/2005/8/layout/process4"/>
    <dgm:cxn modelId="{04A17C83-ACC2-4D4D-842D-49BD76B7BC7D}" srcId="{9ED2CDAC-2DB2-4D12-8162-3708CE313441}" destId="{F139B6CA-70FC-41FB-BD3B-B9CDFEB23C58}" srcOrd="1" destOrd="0" parTransId="{28A86866-8855-445D-BB3B-E1E880D3E36A}" sibTransId="{3FE6C1B1-4508-410B-B379-01631887999B}"/>
    <dgm:cxn modelId="{6E539665-6836-4C1E-B7F3-682E3191D130}" srcId="{9ED2CDAC-2DB2-4D12-8162-3708CE313441}" destId="{47AF5171-C442-49B1-B51B-840E57A1AFBF}" srcOrd="5" destOrd="0" parTransId="{9202C849-8A9D-4A69-89B8-17FB35713802}" sibTransId="{33023C4A-AC1C-4CE6-9CB2-397EADD8740D}"/>
    <dgm:cxn modelId="{17517D36-991E-48F7-A1C3-70680C91D3D3}" srcId="{9ED2CDAC-2DB2-4D12-8162-3708CE313441}" destId="{010870FE-C682-4D06-B30C-620820171F82}" srcOrd="0" destOrd="0" parTransId="{A5A12255-0701-4FB0-BED2-E98E613A3F12}" sibTransId="{E5E9F7C9-79C7-4BA3-A9C7-AEF2834B9FCD}"/>
    <dgm:cxn modelId="{97D4A625-95AB-4BE4-AC4E-5584056A3015}" type="presOf" srcId="{010870FE-C682-4D06-B30C-620820171F82}" destId="{9ECF2234-6F0A-48C7-8365-84914D8E9416}" srcOrd="0" destOrd="0" presId="urn:microsoft.com/office/officeart/2005/8/layout/process4"/>
    <dgm:cxn modelId="{BBF33798-45F3-4FC9-B746-2CAE8688ED0F}" type="presOf" srcId="{47AF5171-C442-49B1-B51B-840E57A1AFBF}" destId="{93943EC2-4FDE-41AE-933E-81787676AE76}" srcOrd="0" destOrd="0" presId="urn:microsoft.com/office/officeart/2005/8/layout/process4"/>
    <dgm:cxn modelId="{0EB5612F-54C4-412B-B07F-F9B5C9E0F222}" srcId="{9ED2CDAC-2DB2-4D12-8162-3708CE313441}" destId="{483618D9-CAD3-40B7-8653-D223B617BB2B}" srcOrd="2" destOrd="0" parTransId="{61FDCEBF-FB28-4995-B4C4-E5005235C861}" sibTransId="{B3407E73-4AC6-4EC4-A405-3C24B0422F4A}"/>
    <dgm:cxn modelId="{5D6747FC-1425-49E3-AAFE-B38B1BEB3B2D}" srcId="{9ED2CDAC-2DB2-4D12-8162-3708CE313441}" destId="{E44D02C4-8548-4531-81FE-8ABA50EAEC89}" srcOrd="4" destOrd="0" parTransId="{5AA9F071-3D46-4B23-AF87-414DC8ED62E2}" sibTransId="{4F64470D-C4C2-457E-9EEE-AFF021D06AA1}"/>
    <dgm:cxn modelId="{FE660B42-8E47-47ED-9EC3-1B5768140A36}" type="presParOf" srcId="{9A5D0A21-993E-4444-BCB4-1FC0AB90A280}" destId="{B1790A9D-75C8-49DA-88D7-AC226005B8DC}" srcOrd="0" destOrd="0" presId="urn:microsoft.com/office/officeart/2005/8/layout/process4"/>
    <dgm:cxn modelId="{73DE109F-6CF5-40A4-8A49-CBAC774D9666}" type="presParOf" srcId="{B1790A9D-75C8-49DA-88D7-AC226005B8DC}" destId="{93943EC2-4FDE-41AE-933E-81787676AE76}" srcOrd="0" destOrd="0" presId="urn:microsoft.com/office/officeart/2005/8/layout/process4"/>
    <dgm:cxn modelId="{A8D02EE5-5C53-45E5-AE66-9F2B6E0175C9}" type="presParOf" srcId="{9A5D0A21-993E-4444-BCB4-1FC0AB90A280}" destId="{0EDEAF4E-49B0-4073-B9D3-889CD48775BC}" srcOrd="1" destOrd="0" presId="urn:microsoft.com/office/officeart/2005/8/layout/process4"/>
    <dgm:cxn modelId="{86077640-502E-4E0B-8E10-06D0FAC1C8DF}" type="presParOf" srcId="{9A5D0A21-993E-4444-BCB4-1FC0AB90A280}" destId="{F056AE85-F563-44FD-85DA-E5183614DD6F}" srcOrd="2" destOrd="0" presId="urn:microsoft.com/office/officeart/2005/8/layout/process4"/>
    <dgm:cxn modelId="{E736C29F-2E73-45AC-8115-B2135A4D6B35}" type="presParOf" srcId="{F056AE85-F563-44FD-85DA-E5183614DD6F}" destId="{65C39C54-9A23-4E1E-A0D9-125B651EA294}" srcOrd="0" destOrd="0" presId="urn:microsoft.com/office/officeart/2005/8/layout/process4"/>
    <dgm:cxn modelId="{08208CEB-0D33-405B-983F-B20836323AE1}" type="presParOf" srcId="{9A5D0A21-993E-4444-BCB4-1FC0AB90A280}" destId="{E918CFA1-2406-4CE6-A580-AFFDE616A953}" srcOrd="3" destOrd="0" presId="urn:microsoft.com/office/officeart/2005/8/layout/process4"/>
    <dgm:cxn modelId="{7384BED0-D57A-4CFC-8D41-5850B23C6D60}" type="presParOf" srcId="{9A5D0A21-993E-4444-BCB4-1FC0AB90A280}" destId="{DCFD69C8-1673-471A-9B6D-1AA502959A96}" srcOrd="4" destOrd="0" presId="urn:microsoft.com/office/officeart/2005/8/layout/process4"/>
    <dgm:cxn modelId="{D41A6360-0308-46AE-9536-3AEE8BA2B2D0}" type="presParOf" srcId="{DCFD69C8-1673-471A-9B6D-1AA502959A96}" destId="{3193DB04-B0F3-497D-B8C8-44B27576A424}" srcOrd="0" destOrd="0" presId="urn:microsoft.com/office/officeart/2005/8/layout/process4"/>
    <dgm:cxn modelId="{D1E39964-DF96-49D9-86C0-E65D3757295E}" type="presParOf" srcId="{9A5D0A21-993E-4444-BCB4-1FC0AB90A280}" destId="{560FB762-8960-4B77-98B2-356B0C72AE01}" srcOrd="5" destOrd="0" presId="urn:microsoft.com/office/officeart/2005/8/layout/process4"/>
    <dgm:cxn modelId="{CF63A6F7-F8F2-49C6-9326-C21DE71415C3}" type="presParOf" srcId="{9A5D0A21-993E-4444-BCB4-1FC0AB90A280}" destId="{4E121AA7-0E3C-42A4-8200-509E88E82CC2}" srcOrd="6" destOrd="0" presId="urn:microsoft.com/office/officeart/2005/8/layout/process4"/>
    <dgm:cxn modelId="{7412D4C0-8D18-464C-877B-27A1B339F725}" type="presParOf" srcId="{4E121AA7-0E3C-42A4-8200-509E88E82CC2}" destId="{EDC41330-D78C-45D9-B449-AB39A94C7F4B}" srcOrd="0" destOrd="0" presId="urn:microsoft.com/office/officeart/2005/8/layout/process4"/>
    <dgm:cxn modelId="{95C573A9-BF46-4D10-9E49-6738107BB704}" type="presParOf" srcId="{9A5D0A21-993E-4444-BCB4-1FC0AB90A280}" destId="{C2BA55D9-8272-4E49-9D75-32D5AFD9EBF9}" srcOrd="7" destOrd="0" presId="urn:microsoft.com/office/officeart/2005/8/layout/process4"/>
    <dgm:cxn modelId="{B871BE4E-E04E-46F7-9DA2-63AED59F5552}" type="presParOf" srcId="{9A5D0A21-993E-4444-BCB4-1FC0AB90A280}" destId="{7EB9348F-7B30-4DAE-8EDD-68BFB05515E5}" srcOrd="8" destOrd="0" presId="urn:microsoft.com/office/officeart/2005/8/layout/process4"/>
    <dgm:cxn modelId="{5F72E640-A9FA-4CFE-87FC-CB8FCAB691BE}" type="presParOf" srcId="{7EB9348F-7B30-4DAE-8EDD-68BFB05515E5}" destId="{6B053AB7-6ED6-40ED-93B0-F91FDE72F598}" srcOrd="0" destOrd="0" presId="urn:microsoft.com/office/officeart/2005/8/layout/process4"/>
    <dgm:cxn modelId="{FF4E84AD-C5F8-42DA-881F-EDB566C97FF7}" type="presParOf" srcId="{9A5D0A21-993E-4444-BCB4-1FC0AB90A280}" destId="{FBF979DD-2947-4DB7-B5A7-72F9CDB50071}" srcOrd="9" destOrd="0" presId="urn:microsoft.com/office/officeart/2005/8/layout/process4"/>
    <dgm:cxn modelId="{D9CB99AD-8818-46EF-8EC0-3606D8E6222E}" type="presParOf" srcId="{9A5D0A21-993E-4444-BCB4-1FC0AB90A280}" destId="{E2AA0948-5EA1-4BED-A0F7-D61C77ACA8C8}" srcOrd="10" destOrd="0" presId="urn:microsoft.com/office/officeart/2005/8/layout/process4"/>
    <dgm:cxn modelId="{3C39B039-7412-4F2B-AF1C-B9F09AF8F37D}" type="presParOf" srcId="{E2AA0948-5EA1-4BED-A0F7-D61C77ACA8C8}" destId="{9ECF2234-6F0A-48C7-8365-84914D8E941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D2CDAC-2DB2-4D12-8162-3708CE313441}" type="doc">
      <dgm:prSet loTypeId="urn:microsoft.com/office/officeart/2005/8/layout/process4" loCatId="process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DE"/>
        </a:p>
      </dgm:t>
    </dgm:pt>
    <dgm:pt modelId="{010870FE-C682-4D06-B30C-620820171F82}">
      <dgm:prSet phldrT="[Text]" custT="1"/>
      <dgm:spPr/>
      <dgm:t>
        <a:bodyPr/>
        <a:lstStyle/>
        <a:p>
          <a:r>
            <a:rPr lang="en-IN" sz="1200" dirty="0" smtClean="0"/>
            <a:t>JSON parameter File</a:t>
          </a:r>
          <a:endParaRPr lang="en-DE" sz="600" dirty="0"/>
        </a:p>
      </dgm:t>
    </dgm:pt>
    <dgm:pt modelId="{A5A12255-0701-4FB0-BED2-E98E613A3F12}" type="parTrans" cxnId="{17517D36-991E-48F7-A1C3-70680C91D3D3}">
      <dgm:prSet/>
      <dgm:spPr/>
      <dgm:t>
        <a:bodyPr/>
        <a:lstStyle/>
        <a:p>
          <a:endParaRPr lang="en-DE"/>
        </a:p>
      </dgm:t>
    </dgm:pt>
    <dgm:pt modelId="{E5E9F7C9-79C7-4BA3-A9C7-AEF2834B9FCD}" type="sibTrans" cxnId="{17517D36-991E-48F7-A1C3-70680C91D3D3}">
      <dgm:prSet/>
      <dgm:spPr/>
      <dgm:t>
        <a:bodyPr/>
        <a:lstStyle/>
        <a:p>
          <a:endParaRPr lang="en-DE"/>
        </a:p>
      </dgm:t>
    </dgm:pt>
    <dgm:pt modelId="{F139B6CA-70FC-41FB-BD3B-B9CDFEB23C58}">
      <dgm:prSet phldrT="[Text]" custT="1"/>
      <dgm:spPr/>
      <dgm:t>
        <a:bodyPr/>
        <a:lstStyle/>
        <a:p>
          <a:r>
            <a:rPr lang="en-IN" sz="1200" dirty="0" smtClean="0"/>
            <a:t>Python Control Script</a:t>
          </a:r>
          <a:endParaRPr lang="en-DE" sz="1200" dirty="0"/>
        </a:p>
      </dgm:t>
    </dgm:pt>
    <dgm:pt modelId="{28A86866-8855-445D-BB3B-E1E880D3E36A}" type="parTrans" cxnId="{04A17C83-ACC2-4D4D-842D-49BD76B7BC7D}">
      <dgm:prSet/>
      <dgm:spPr/>
      <dgm:t>
        <a:bodyPr/>
        <a:lstStyle/>
        <a:p>
          <a:endParaRPr lang="en-DE"/>
        </a:p>
      </dgm:t>
    </dgm:pt>
    <dgm:pt modelId="{3FE6C1B1-4508-410B-B379-01631887999B}" type="sibTrans" cxnId="{04A17C83-ACC2-4D4D-842D-49BD76B7BC7D}">
      <dgm:prSet/>
      <dgm:spPr/>
      <dgm:t>
        <a:bodyPr/>
        <a:lstStyle/>
        <a:p>
          <a:endParaRPr lang="en-DE"/>
        </a:p>
      </dgm:t>
    </dgm:pt>
    <dgm:pt modelId="{483618D9-CAD3-40B7-8653-D223B617BB2B}">
      <dgm:prSet phldrT="[Text]" custT="1"/>
      <dgm:spPr/>
      <dgm:t>
        <a:bodyPr/>
        <a:lstStyle/>
        <a:p>
          <a:r>
            <a:rPr lang="en-IN" sz="1200" dirty="0" smtClean="0"/>
            <a:t>MuJoCo Physics Engine</a:t>
          </a:r>
          <a:endParaRPr lang="en-DE" sz="1900" dirty="0"/>
        </a:p>
      </dgm:t>
    </dgm:pt>
    <dgm:pt modelId="{61FDCEBF-FB28-4995-B4C4-E5005235C861}" type="parTrans" cxnId="{0EB5612F-54C4-412B-B07F-F9B5C9E0F222}">
      <dgm:prSet/>
      <dgm:spPr/>
      <dgm:t>
        <a:bodyPr/>
        <a:lstStyle/>
        <a:p>
          <a:endParaRPr lang="en-DE"/>
        </a:p>
      </dgm:t>
    </dgm:pt>
    <dgm:pt modelId="{B3407E73-4AC6-4EC4-A405-3C24B0422F4A}" type="sibTrans" cxnId="{0EB5612F-54C4-412B-B07F-F9B5C9E0F222}">
      <dgm:prSet/>
      <dgm:spPr/>
      <dgm:t>
        <a:bodyPr/>
        <a:lstStyle/>
        <a:p>
          <a:endParaRPr lang="en-DE"/>
        </a:p>
      </dgm:t>
    </dgm:pt>
    <dgm:pt modelId="{EF404568-3829-4763-8D82-A45EBCF80755}">
      <dgm:prSet custT="1"/>
      <dgm:spPr/>
      <dgm:t>
        <a:bodyPr/>
        <a:lstStyle/>
        <a:p>
          <a:r>
            <a:rPr lang="en-IN" sz="1200" dirty="0" smtClean="0"/>
            <a:t>Robot Simulation</a:t>
          </a:r>
          <a:endParaRPr lang="en-DE" sz="1200" dirty="0"/>
        </a:p>
      </dgm:t>
    </dgm:pt>
    <dgm:pt modelId="{D611B1A2-242B-441F-AC1C-79314933FB40}" type="parTrans" cxnId="{0FFDC213-31A1-4FA6-97E2-A8978B372F35}">
      <dgm:prSet/>
      <dgm:spPr/>
      <dgm:t>
        <a:bodyPr/>
        <a:lstStyle/>
        <a:p>
          <a:endParaRPr lang="en-DE"/>
        </a:p>
      </dgm:t>
    </dgm:pt>
    <dgm:pt modelId="{BADDCCAF-2319-4831-9409-26D31EA9DFAB}" type="sibTrans" cxnId="{0FFDC213-31A1-4FA6-97E2-A8978B372F35}">
      <dgm:prSet/>
      <dgm:spPr/>
      <dgm:t>
        <a:bodyPr/>
        <a:lstStyle/>
        <a:p>
          <a:endParaRPr lang="en-DE"/>
        </a:p>
      </dgm:t>
    </dgm:pt>
    <dgm:pt modelId="{9A5D0A21-993E-4444-BCB4-1FC0AB90A280}" type="pres">
      <dgm:prSet presAssocID="{9ED2CDAC-2DB2-4D12-8162-3708CE31344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16FA3CCA-DCFB-41D8-99DD-4E134A3AFC66}" type="pres">
      <dgm:prSet presAssocID="{EF404568-3829-4763-8D82-A45EBCF80755}" presName="boxAndChildren" presStyleCnt="0"/>
      <dgm:spPr/>
    </dgm:pt>
    <dgm:pt modelId="{4BF76CA0-F148-457F-8EF4-92F9FF8F8DC1}" type="pres">
      <dgm:prSet presAssocID="{EF404568-3829-4763-8D82-A45EBCF80755}" presName="parentTextBox" presStyleLbl="node1" presStyleIdx="0" presStyleCnt="4"/>
      <dgm:spPr/>
      <dgm:t>
        <a:bodyPr/>
        <a:lstStyle/>
        <a:p>
          <a:endParaRPr lang="de-DE"/>
        </a:p>
      </dgm:t>
    </dgm:pt>
    <dgm:pt modelId="{560FB762-8960-4B77-98B2-356B0C72AE01}" type="pres">
      <dgm:prSet presAssocID="{B3407E73-4AC6-4EC4-A405-3C24B0422F4A}" presName="sp" presStyleCnt="0"/>
      <dgm:spPr/>
    </dgm:pt>
    <dgm:pt modelId="{4E121AA7-0E3C-42A4-8200-509E88E82CC2}" type="pres">
      <dgm:prSet presAssocID="{483618D9-CAD3-40B7-8653-D223B617BB2B}" presName="arrowAndChildren" presStyleCnt="0"/>
      <dgm:spPr/>
    </dgm:pt>
    <dgm:pt modelId="{EDC41330-D78C-45D9-B449-AB39A94C7F4B}" type="pres">
      <dgm:prSet presAssocID="{483618D9-CAD3-40B7-8653-D223B617BB2B}" presName="parentTextArrow" presStyleLbl="node1" presStyleIdx="1" presStyleCnt="4"/>
      <dgm:spPr/>
      <dgm:t>
        <a:bodyPr/>
        <a:lstStyle/>
        <a:p>
          <a:endParaRPr lang="de-DE"/>
        </a:p>
      </dgm:t>
    </dgm:pt>
    <dgm:pt modelId="{C2BA55D9-8272-4E49-9D75-32D5AFD9EBF9}" type="pres">
      <dgm:prSet presAssocID="{3FE6C1B1-4508-410B-B379-01631887999B}" presName="sp" presStyleCnt="0"/>
      <dgm:spPr/>
    </dgm:pt>
    <dgm:pt modelId="{7EB9348F-7B30-4DAE-8EDD-68BFB05515E5}" type="pres">
      <dgm:prSet presAssocID="{F139B6CA-70FC-41FB-BD3B-B9CDFEB23C58}" presName="arrowAndChildren" presStyleCnt="0"/>
      <dgm:spPr/>
    </dgm:pt>
    <dgm:pt modelId="{6B053AB7-6ED6-40ED-93B0-F91FDE72F598}" type="pres">
      <dgm:prSet presAssocID="{F139B6CA-70FC-41FB-BD3B-B9CDFEB23C58}" presName="parentTextArrow" presStyleLbl="node1" presStyleIdx="2" presStyleCnt="4"/>
      <dgm:spPr/>
      <dgm:t>
        <a:bodyPr/>
        <a:lstStyle/>
        <a:p>
          <a:endParaRPr lang="en-DE"/>
        </a:p>
      </dgm:t>
    </dgm:pt>
    <dgm:pt modelId="{FBF979DD-2947-4DB7-B5A7-72F9CDB50071}" type="pres">
      <dgm:prSet presAssocID="{E5E9F7C9-79C7-4BA3-A9C7-AEF2834B9FCD}" presName="sp" presStyleCnt="0"/>
      <dgm:spPr/>
    </dgm:pt>
    <dgm:pt modelId="{E2AA0948-5EA1-4BED-A0F7-D61C77ACA8C8}" type="pres">
      <dgm:prSet presAssocID="{010870FE-C682-4D06-B30C-620820171F82}" presName="arrowAndChildren" presStyleCnt="0"/>
      <dgm:spPr/>
    </dgm:pt>
    <dgm:pt modelId="{9ECF2234-6F0A-48C7-8365-84914D8E9416}" type="pres">
      <dgm:prSet presAssocID="{010870FE-C682-4D06-B30C-620820171F82}" presName="parentTextArrow" presStyleLbl="node1" presStyleIdx="3" presStyleCnt="4" custAng="0" custLinFactNeighborX="-60824" custLinFactNeighborY="-11047"/>
      <dgm:spPr/>
      <dgm:t>
        <a:bodyPr/>
        <a:lstStyle/>
        <a:p>
          <a:endParaRPr lang="en-DE"/>
        </a:p>
      </dgm:t>
    </dgm:pt>
  </dgm:ptLst>
  <dgm:cxnLst>
    <dgm:cxn modelId="{17517D36-991E-48F7-A1C3-70680C91D3D3}" srcId="{9ED2CDAC-2DB2-4D12-8162-3708CE313441}" destId="{010870FE-C682-4D06-B30C-620820171F82}" srcOrd="0" destOrd="0" parTransId="{A5A12255-0701-4FB0-BED2-E98E613A3F12}" sibTransId="{E5E9F7C9-79C7-4BA3-A9C7-AEF2834B9FCD}"/>
    <dgm:cxn modelId="{AB44A2B9-337C-4B0E-835A-C069F2581FC8}" type="presOf" srcId="{010870FE-C682-4D06-B30C-620820171F82}" destId="{9ECF2234-6F0A-48C7-8365-84914D8E9416}" srcOrd="0" destOrd="0" presId="urn:microsoft.com/office/officeart/2005/8/layout/process4"/>
    <dgm:cxn modelId="{60AEF5CE-F3F4-4750-82A6-BEB267D36029}" type="presOf" srcId="{483618D9-CAD3-40B7-8653-D223B617BB2B}" destId="{EDC41330-D78C-45D9-B449-AB39A94C7F4B}" srcOrd="0" destOrd="0" presId="urn:microsoft.com/office/officeart/2005/8/layout/process4"/>
    <dgm:cxn modelId="{CF4B9AF5-D791-47D3-A4DC-33512602CD9F}" type="presOf" srcId="{F139B6CA-70FC-41FB-BD3B-B9CDFEB23C58}" destId="{6B053AB7-6ED6-40ED-93B0-F91FDE72F598}" srcOrd="0" destOrd="0" presId="urn:microsoft.com/office/officeart/2005/8/layout/process4"/>
    <dgm:cxn modelId="{FBDF22E8-5B66-453B-ACD5-28EF88B4664B}" type="presOf" srcId="{EF404568-3829-4763-8D82-A45EBCF80755}" destId="{4BF76CA0-F148-457F-8EF4-92F9FF8F8DC1}" srcOrd="0" destOrd="0" presId="urn:microsoft.com/office/officeart/2005/8/layout/process4"/>
    <dgm:cxn modelId="{B0DC7BDF-1EFA-4D1C-AA00-9632AF2B156C}" type="presOf" srcId="{9ED2CDAC-2DB2-4D12-8162-3708CE313441}" destId="{9A5D0A21-993E-4444-BCB4-1FC0AB90A280}" srcOrd="0" destOrd="0" presId="urn:microsoft.com/office/officeart/2005/8/layout/process4"/>
    <dgm:cxn modelId="{0EB5612F-54C4-412B-B07F-F9B5C9E0F222}" srcId="{9ED2CDAC-2DB2-4D12-8162-3708CE313441}" destId="{483618D9-CAD3-40B7-8653-D223B617BB2B}" srcOrd="2" destOrd="0" parTransId="{61FDCEBF-FB28-4995-B4C4-E5005235C861}" sibTransId="{B3407E73-4AC6-4EC4-A405-3C24B0422F4A}"/>
    <dgm:cxn modelId="{0FFDC213-31A1-4FA6-97E2-A8978B372F35}" srcId="{9ED2CDAC-2DB2-4D12-8162-3708CE313441}" destId="{EF404568-3829-4763-8D82-A45EBCF80755}" srcOrd="3" destOrd="0" parTransId="{D611B1A2-242B-441F-AC1C-79314933FB40}" sibTransId="{BADDCCAF-2319-4831-9409-26D31EA9DFAB}"/>
    <dgm:cxn modelId="{04A17C83-ACC2-4D4D-842D-49BD76B7BC7D}" srcId="{9ED2CDAC-2DB2-4D12-8162-3708CE313441}" destId="{F139B6CA-70FC-41FB-BD3B-B9CDFEB23C58}" srcOrd="1" destOrd="0" parTransId="{28A86866-8855-445D-BB3B-E1E880D3E36A}" sibTransId="{3FE6C1B1-4508-410B-B379-01631887999B}"/>
    <dgm:cxn modelId="{DEA2DF2A-E4E0-432F-878D-0944A6905ECB}" type="presParOf" srcId="{9A5D0A21-993E-4444-BCB4-1FC0AB90A280}" destId="{16FA3CCA-DCFB-41D8-99DD-4E134A3AFC66}" srcOrd="0" destOrd="0" presId="urn:microsoft.com/office/officeart/2005/8/layout/process4"/>
    <dgm:cxn modelId="{559D756A-17EF-401C-829F-9C2ED21DA610}" type="presParOf" srcId="{16FA3CCA-DCFB-41D8-99DD-4E134A3AFC66}" destId="{4BF76CA0-F148-457F-8EF4-92F9FF8F8DC1}" srcOrd="0" destOrd="0" presId="urn:microsoft.com/office/officeart/2005/8/layout/process4"/>
    <dgm:cxn modelId="{B9AE6E4A-E4E1-44D8-B211-94790DF5D15C}" type="presParOf" srcId="{9A5D0A21-993E-4444-BCB4-1FC0AB90A280}" destId="{560FB762-8960-4B77-98B2-356B0C72AE01}" srcOrd="1" destOrd="0" presId="urn:microsoft.com/office/officeart/2005/8/layout/process4"/>
    <dgm:cxn modelId="{1189304B-393A-4796-BCB1-5436B0C03AF9}" type="presParOf" srcId="{9A5D0A21-993E-4444-BCB4-1FC0AB90A280}" destId="{4E121AA7-0E3C-42A4-8200-509E88E82CC2}" srcOrd="2" destOrd="0" presId="urn:microsoft.com/office/officeart/2005/8/layout/process4"/>
    <dgm:cxn modelId="{DA1CE23D-9EF1-461C-B911-6B8413FD7CDA}" type="presParOf" srcId="{4E121AA7-0E3C-42A4-8200-509E88E82CC2}" destId="{EDC41330-D78C-45D9-B449-AB39A94C7F4B}" srcOrd="0" destOrd="0" presId="urn:microsoft.com/office/officeart/2005/8/layout/process4"/>
    <dgm:cxn modelId="{B50EF25C-E2F6-45C5-8CB1-C820F0353991}" type="presParOf" srcId="{9A5D0A21-993E-4444-BCB4-1FC0AB90A280}" destId="{C2BA55D9-8272-4E49-9D75-32D5AFD9EBF9}" srcOrd="3" destOrd="0" presId="urn:microsoft.com/office/officeart/2005/8/layout/process4"/>
    <dgm:cxn modelId="{1CE38D84-767A-44DB-802C-6409979060F9}" type="presParOf" srcId="{9A5D0A21-993E-4444-BCB4-1FC0AB90A280}" destId="{7EB9348F-7B30-4DAE-8EDD-68BFB05515E5}" srcOrd="4" destOrd="0" presId="urn:microsoft.com/office/officeart/2005/8/layout/process4"/>
    <dgm:cxn modelId="{ECE06198-8C79-43FB-B8A0-FC24C7C49F51}" type="presParOf" srcId="{7EB9348F-7B30-4DAE-8EDD-68BFB05515E5}" destId="{6B053AB7-6ED6-40ED-93B0-F91FDE72F598}" srcOrd="0" destOrd="0" presId="urn:microsoft.com/office/officeart/2005/8/layout/process4"/>
    <dgm:cxn modelId="{49745A5F-460A-45A0-977E-C627A823F6BA}" type="presParOf" srcId="{9A5D0A21-993E-4444-BCB4-1FC0AB90A280}" destId="{FBF979DD-2947-4DB7-B5A7-72F9CDB50071}" srcOrd="5" destOrd="0" presId="urn:microsoft.com/office/officeart/2005/8/layout/process4"/>
    <dgm:cxn modelId="{DEC8313E-46A7-43F9-99F0-CAFE0B5891A2}" type="presParOf" srcId="{9A5D0A21-993E-4444-BCB4-1FC0AB90A280}" destId="{E2AA0948-5EA1-4BED-A0F7-D61C77ACA8C8}" srcOrd="6" destOrd="0" presId="urn:microsoft.com/office/officeart/2005/8/layout/process4"/>
    <dgm:cxn modelId="{CD6CD788-9523-475E-82E0-3B9C66E0CA41}" type="presParOf" srcId="{E2AA0948-5EA1-4BED-A0F7-D61C77ACA8C8}" destId="{9ECF2234-6F0A-48C7-8365-84914D8E941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2E7F252-01E5-49FF-A907-613A45DB1083}" type="doc">
      <dgm:prSet loTypeId="urn:microsoft.com/office/officeart/2005/8/layout/pyramid2" loCatId="pyramid" qsTypeId="urn:microsoft.com/office/officeart/2005/8/quickstyle/3d2" qsCatId="3D" csTypeId="urn:microsoft.com/office/officeart/2005/8/colors/accent4_4" csCatId="accent4" phldr="1"/>
      <dgm:spPr/>
    </dgm:pt>
    <dgm:pt modelId="{0BC61703-D8A5-4A4C-8A16-69D8DC78758B}">
      <dgm:prSet phldrT="[Text]"/>
      <dgm:spPr/>
      <dgm:t>
        <a:bodyPr/>
        <a:lstStyle/>
        <a:p>
          <a:r>
            <a:rPr lang="de-DE" dirty="0" smtClean="0"/>
            <a:t>Analytical parameters were sufficient </a:t>
          </a:r>
          <a:endParaRPr lang="de-DE" dirty="0"/>
        </a:p>
      </dgm:t>
    </dgm:pt>
    <dgm:pt modelId="{B9608DC5-7CC5-4E3F-9851-17C9DD68F2B1}" type="parTrans" cxnId="{59CB3166-698A-4584-AE03-BFE7D396BE8A}">
      <dgm:prSet/>
      <dgm:spPr/>
      <dgm:t>
        <a:bodyPr/>
        <a:lstStyle/>
        <a:p>
          <a:endParaRPr lang="de-DE"/>
        </a:p>
      </dgm:t>
    </dgm:pt>
    <dgm:pt modelId="{8EF0746A-4B1D-4747-9B6A-69CDD6D931B9}" type="sibTrans" cxnId="{59CB3166-698A-4584-AE03-BFE7D396BE8A}">
      <dgm:prSet/>
      <dgm:spPr/>
      <dgm:t>
        <a:bodyPr/>
        <a:lstStyle/>
        <a:p>
          <a:endParaRPr lang="de-DE"/>
        </a:p>
      </dgm:t>
    </dgm:pt>
    <dgm:pt modelId="{750DEBE8-EDFB-490C-BB4B-4198906A2C29}">
      <dgm:prSet phldrT="[Text]"/>
      <dgm:spPr/>
      <dgm:t>
        <a:bodyPr/>
        <a:lstStyle/>
        <a:p>
          <a:r>
            <a:rPr lang="de-DE" dirty="0" smtClean="0"/>
            <a:t>Grasp stability was maintained </a:t>
          </a:r>
          <a:endParaRPr lang="de-DE" dirty="0"/>
        </a:p>
      </dgm:t>
    </dgm:pt>
    <dgm:pt modelId="{14A3A413-8EA6-47A7-8D2A-65E349D1BEDC}" type="parTrans" cxnId="{553502B5-48BE-4AC9-9489-155342A6F804}">
      <dgm:prSet/>
      <dgm:spPr/>
      <dgm:t>
        <a:bodyPr/>
        <a:lstStyle/>
        <a:p>
          <a:endParaRPr lang="de-DE"/>
        </a:p>
      </dgm:t>
    </dgm:pt>
    <dgm:pt modelId="{04362A37-FAF6-489B-B726-30F60F003000}" type="sibTrans" cxnId="{553502B5-48BE-4AC9-9489-155342A6F804}">
      <dgm:prSet/>
      <dgm:spPr/>
      <dgm:t>
        <a:bodyPr/>
        <a:lstStyle/>
        <a:p>
          <a:endParaRPr lang="de-DE"/>
        </a:p>
      </dgm:t>
    </dgm:pt>
    <dgm:pt modelId="{172A6C3D-674E-4EBF-ABC3-316785AD7D9E}">
      <dgm:prSet phldrT="[Text]"/>
      <dgm:spPr/>
      <dgm:t>
        <a:bodyPr/>
        <a:lstStyle/>
        <a:p>
          <a:r>
            <a:rPr lang="de-DE" dirty="0" smtClean="0"/>
            <a:t>Integration between modules worked seamlessly </a:t>
          </a:r>
          <a:endParaRPr lang="de-DE" dirty="0"/>
        </a:p>
      </dgm:t>
    </dgm:pt>
    <dgm:pt modelId="{2538E664-EB09-4506-AA0B-AAF3DAE7EB4A}" type="parTrans" cxnId="{09E43E15-9ADF-4835-A58A-5CC3D12B6969}">
      <dgm:prSet/>
      <dgm:spPr/>
      <dgm:t>
        <a:bodyPr/>
        <a:lstStyle/>
        <a:p>
          <a:endParaRPr lang="de-DE"/>
        </a:p>
      </dgm:t>
    </dgm:pt>
    <dgm:pt modelId="{D6A1BA62-432B-4D7F-9EA8-56997A193E39}" type="sibTrans" cxnId="{09E43E15-9ADF-4835-A58A-5CC3D12B6969}">
      <dgm:prSet/>
      <dgm:spPr/>
      <dgm:t>
        <a:bodyPr/>
        <a:lstStyle/>
        <a:p>
          <a:endParaRPr lang="de-DE"/>
        </a:p>
      </dgm:t>
    </dgm:pt>
    <dgm:pt modelId="{1C9490AC-330C-49E7-AF68-107E4CE43777}" type="pres">
      <dgm:prSet presAssocID="{02E7F252-01E5-49FF-A907-613A45DB1083}" presName="compositeShape" presStyleCnt="0">
        <dgm:presLayoutVars>
          <dgm:dir/>
          <dgm:resizeHandles/>
        </dgm:presLayoutVars>
      </dgm:prSet>
      <dgm:spPr/>
    </dgm:pt>
    <dgm:pt modelId="{4DA145AF-7725-4687-9746-1E2D99BA1B5C}" type="pres">
      <dgm:prSet presAssocID="{02E7F252-01E5-49FF-A907-613A45DB1083}" presName="pyramid" presStyleLbl="node1" presStyleIdx="0" presStyleCnt="1" custAng="5400000" custLinFactNeighborX="22069"/>
      <dgm:spPr/>
    </dgm:pt>
    <dgm:pt modelId="{97073BF5-1B2C-4228-AAE7-BE8AFD0F3E5B}" type="pres">
      <dgm:prSet presAssocID="{02E7F252-01E5-49FF-A907-613A45DB1083}" presName="theList" presStyleCnt="0"/>
      <dgm:spPr/>
    </dgm:pt>
    <dgm:pt modelId="{A5962E2A-6B01-494A-A977-C7229E7FAD68}" type="pres">
      <dgm:prSet presAssocID="{0BC61703-D8A5-4A4C-8A16-69D8DC78758B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AC5D7F1-E086-49EB-B9F2-35A2B0A464C0}" type="pres">
      <dgm:prSet presAssocID="{0BC61703-D8A5-4A4C-8A16-69D8DC78758B}" presName="aSpace" presStyleCnt="0"/>
      <dgm:spPr/>
    </dgm:pt>
    <dgm:pt modelId="{BAC4C935-B8CF-41BA-AC44-4146227E3DEF}" type="pres">
      <dgm:prSet presAssocID="{750DEBE8-EDFB-490C-BB4B-4198906A2C29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28DE027-DFA6-4538-A5CD-1B8176777C4A}" type="pres">
      <dgm:prSet presAssocID="{750DEBE8-EDFB-490C-BB4B-4198906A2C29}" presName="aSpace" presStyleCnt="0"/>
      <dgm:spPr/>
    </dgm:pt>
    <dgm:pt modelId="{8FBC1346-E2F5-452D-A5AD-86D38ED273DB}" type="pres">
      <dgm:prSet presAssocID="{172A6C3D-674E-4EBF-ABC3-316785AD7D9E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0F7778C-74BD-473F-98C7-38894A8D769A}" type="pres">
      <dgm:prSet presAssocID="{172A6C3D-674E-4EBF-ABC3-316785AD7D9E}" presName="aSpace" presStyleCnt="0"/>
      <dgm:spPr/>
    </dgm:pt>
  </dgm:ptLst>
  <dgm:cxnLst>
    <dgm:cxn modelId="{553502B5-48BE-4AC9-9489-155342A6F804}" srcId="{02E7F252-01E5-49FF-A907-613A45DB1083}" destId="{750DEBE8-EDFB-490C-BB4B-4198906A2C29}" srcOrd="1" destOrd="0" parTransId="{14A3A413-8EA6-47A7-8D2A-65E349D1BEDC}" sibTransId="{04362A37-FAF6-489B-B726-30F60F003000}"/>
    <dgm:cxn modelId="{6F801573-C7AC-4DB0-B79A-EE96614B9ED7}" type="presOf" srcId="{172A6C3D-674E-4EBF-ABC3-316785AD7D9E}" destId="{8FBC1346-E2F5-452D-A5AD-86D38ED273DB}" srcOrd="0" destOrd="0" presId="urn:microsoft.com/office/officeart/2005/8/layout/pyramid2"/>
    <dgm:cxn modelId="{59CB3166-698A-4584-AE03-BFE7D396BE8A}" srcId="{02E7F252-01E5-49FF-A907-613A45DB1083}" destId="{0BC61703-D8A5-4A4C-8A16-69D8DC78758B}" srcOrd="0" destOrd="0" parTransId="{B9608DC5-7CC5-4E3F-9851-17C9DD68F2B1}" sibTransId="{8EF0746A-4B1D-4747-9B6A-69CDD6D931B9}"/>
    <dgm:cxn modelId="{520ADB76-D529-41BC-BD49-80C65C08AF08}" type="presOf" srcId="{02E7F252-01E5-49FF-A907-613A45DB1083}" destId="{1C9490AC-330C-49E7-AF68-107E4CE43777}" srcOrd="0" destOrd="0" presId="urn:microsoft.com/office/officeart/2005/8/layout/pyramid2"/>
    <dgm:cxn modelId="{B0566926-5D08-4B22-B22C-0E6E3A20BC8D}" type="presOf" srcId="{750DEBE8-EDFB-490C-BB4B-4198906A2C29}" destId="{BAC4C935-B8CF-41BA-AC44-4146227E3DEF}" srcOrd="0" destOrd="0" presId="urn:microsoft.com/office/officeart/2005/8/layout/pyramid2"/>
    <dgm:cxn modelId="{09E43E15-9ADF-4835-A58A-5CC3D12B6969}" srcId="{02E7F252-01E5-49FF-A907-613A45DB1083}" destId="{172A6C3D-674E-4EBF-ABC3-316785AD7D9E}" srcOrd="2" destOrd="0" parTransId="{2538E664-EB09-4506-AA0B-AAF3DAE7EB4A}" sibTransId="{D6A1BA62-432B-4D7F-9EA8-56997A193E39}"/>
    <dgm:cxn modelId="{26BB711A-F296-4B6B-9588-A76B2E8754DB}" type="presOf" srcId="{0BC61703-D8A5-4A4C-8A16-69D8DC78758B}" destId="{A5962E2A-6B01-494A-A977-C7229E7FAD68}" srcOrd="0" destOrd="0" presId="urn:microsoft.com/office/officeart/2005/8/layout/pyramid2"/>
    <dgm:cxn modelId="{983E0FE5-00C0-45B5-B01C-FC7F1A91049A}" type="presParOf" srcId="{1C9490AC-330C-49E7-AF68-107E4CE43777}" destId="{4DA145AF-7725-4687-9746-1E2D99BA1B5C}" srcOrd="0" destOrd="0" presId="urn:microsoft.com/office/officeart/2005/8/layout/pyramid2"/>
    <dgm:cxn modelId="{1ECB4945-F47A-42FA-AD20-EAB612305BA7}" type="presParOf" srcId="{1C9490AC-330C-49E7-AF68-107E4CE43777}" destId="{97073BF5-1B2C-4228-AAE7-BE8AFD0F3E5B}" srcOrd="1" destOrd="0" presId="urn:microsoft.com/office/officeart/2005/8/layout/pyramid2"/>
    <dgm:cxn modelId="{2F0627D2-0081-4D1F-885E-61DEB54F4E36}" type="presParOf" srcId="{97073BF5-1B2C-4228-AAE7-BE8AFD0F3E5B}" destId="{A5962E2A-6B01-494A-A977-C7229E7FAD68}" srcOrd="0" destOrd="0" presId="urn:microsoft.com/office/officeart/2005/8/layout/pyramid2"/>
    <dgm:cxn modelId="{46609D8E-35D4-478D-B351-831FFC39E773}" type="presParOf" srcId="{97073BF5-1B2C-4228-AAE7-BE8AFD0F3E5B}" destId="{4AC5D7F1-E086-49EB-B9F2-35A2B0A464C0}" srcOrd="1" destOrd="0" presId="urn:microsoft.com/office/officeart/2005/8/layout/pyramid2"/>
    <dgm:cxn modelId="{1D0D2323-3D29-4F5C-83E0-F1389FF2CEB7}" type="presParOf" srcId="{97073BF5-1B2C-4228-AAE7-BE8AFD0F3E5B}" destId="{BAC4C935-B8CF-41BA-AC44-4146227E3DEF}" srcOrd="2" destOrd="0" presId="urn:microsoft.com/office/officeart/2005/8/layout/pyramid2"/>
    <dgm:cxn modelId="{554B4575-F703-4219-BB2E-5B834C1D4EC2}" type="presParOf" srcId="{97073BF5-1B2C-4228-AAE7-BE8AFD0F3E5B}" destId="{E28DE027-DFA6-4538-A5CD-1B8176777C4A}" srcOrd="3" destOrd="0" presId="urn:microsoft.com/office/officeart/2005/8/layout/pyramid2"/>
    <dgm:cxn modelId="{53133242-379C-474C-A711-84EE8DB2403A}" type="presParOf" srcId="{97073BF5-1B2C-4228-AAE7-BE8AFD0F3E5B}" destId="{8FBC1346-E2F5-452D-A5AD-86D38ED273DB}" srcOrd="4" destOrd="0" presId="urn:microsoft.com/office/officeart/2005/8/layout/pyramid2"/>
    <dgm:cxn modelId="{61C947E3-21D9-4128-B573-224C779019F9}" type="presParOf" srcId="{97073BF5-1B2C-4228-AAE7-BE8AFD0F3E5B}" destId="{50F7778C-74BD-473F-98C7-38894A8D769A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699FB2-168D-4F64-BCE8-EB90B27402B2}" type="doc">
      <dgm:prSet loTypeId="urn:microsoft.com/office/officeart/2008/layout/AlternatingHexagons" loCatId="list" qsTypeId="urn:microsoft.com/office/officeart/2005/8/quickstyle/3d5" qsCatId="3D" csTypeId="urn:microsoft.com/office/officeart/2005/8/colors/accent4_2" csCatId="accent4" phldr="1"/>
      <dgm:spPr/>
      <dgm:t>
        <a:bodyPr/>
        <a:lstStyle/>
        <a:p>
          <a:endParaRPr lang="de-DE"/>
        </a:p>
      </dgm:t>
    </dgm:pt>
    <dgm:pt modelId="{3176BBC7-8862-4415-8287-081E9F6AFA05}">
      <dgm:prSet phldrT="[Text]" custT="1"/>
      <dgm:spPr/>
      <dgm:t>
        <a:bodyPr/>
        <a:lstStyle/>
        <a:p>
          <a:pPr algn="ctr"/>
          <a:r>
            <a:rPr lang="de-DE" sz="2000" dirty="0" smtClean="0"/>
            <a:t>Rigid body simplification</a:t>
          </a:r>
          <a:endParaRPr lang="de-DE" sz="2000" dirty="0"/>
        </a:p>
      </dgm:t>
    </dgm:pt>
    <dgm:pt modelId="{6ED93D2C-D639-4712-84A0-5B261DCCB66E}" type="parTrans" cxnId="{3A6B32A4-E659-405E-A13B-7192A2307EAF}">
      <dgm:prSet/>
      <dgm:spPr/>
      <dgm:t>
        <a:bodyPr/>
        <a:lstStyle/>
        <a:p>
          <a:endParaRPr lang="de-DE"/>
        </a:p>
      </dgm:t>
    </dgm:pt>
    <dgm:pt modelId="{473DCCD3-970F-4998-9598-B820F588D030}" type="sibTrans" cxnId="{3A6B32A4-E659-405E-A13B-7192A2307EAF}">
      <dgm:prSet/>
      <dgm:spPr/>
      <dgm:t>
        <a:bodyPr/>
        <a:lstStyle/>
        <a:p>
          <a:endParaRPr lang="de-DE"/>
        </a:p>
      </dgm:t>
    </dgm:pt>
    <dgm:pt modelId="{F6460455-E343-42D7-BB0E-95AB588C2384}">
      <dgm:prSet phldrT="[Text]" custT="1"/>
      <dgm:spPr/>
      <dgm:t>
        <a:bodyPr/>
        <a:lstStyle/>
        <a:p>
          <a:pPr algn="ctr"/>
          <a:r>
            <a:rPr lang="de-DE" sz="2000" dirty="0" smtClean="0"/>
            <a:t>Neglect of dynamic effects </a:t>
          </a:r>
          <a:endParaRPr lang="de-DE" sz="2000" dirty="0"/>
        </a:p>
      </dgm:t>
    </dgm:pt>
    <dgm:pt modelId="{1A88B335-F205-482D-AB1D-4A88F5968ABE}" type="parTrans" cxnId="{37F7359F-1142-4924-90F9-3D37E3EEA188}">
      <dgm:prSet/>
      <dgm:spPr/>
      <dgm:t>
        <a:bodyPr/>
        <a:lstStyle/>
        <a:p>
          <a:endParaRPr lang="de-DE"/>
        </a:p>
      </dgm:t>
    </dgm:pt>
    <dgm:pt modelId="{F6567973-F728-44DE-A85B-A2CFBB79EAEB}" type="sibTrans" cxnId="{37F7359F-1142-4924-90F9-3D37E3EEA188}">
      <dgm:prSet/>
      <dgm:spPr/>
      <dgm:t>
        <a:bodyPr/>
        <a:lstStyle/>
        <a:p>
          <a:endParaRPr lang="de-DE"/>
        </a:p>
      </dgm:t>
    </dgm:pt>
    <dgm:pt modelId="{0EE11815-442C-4080-A2C5-6D9E659DEEFE}">
      <dgm:prSet phldrT="[Text]" custT="1"/>
      <dgm:spPr/>
      <dgm:t>
        <a:bodyPr/>
        <a:lstStyle/>
        <a:p>
          <a:pPr algn="ctr"/>
          <a:r>
            <a:rPr lang="de-DE" sz="1800" dirty="0" smtClean="0"/>
            <a:t>Assumption of constant friction </a:t>
          </a:r>
          <a:endParaRPr lang="de-DE" sz="1800" dirty="0"/>
        </a:p>
      </dgm:t>
    </dgm:pt>
    <dgm:pt modelId="{C573C3A1-5956-4052-A98D-6692C0A7B8A4}" type="parTrans" cxnId="{B72D86CC-9C8B-4230-B36D-36F67D0C0022}">
      <dgm:prSet/>
      <dgm:spPr/>
      <dgm:t>
        <a:bodyPr/>
        <a:lstStyle/>
        <a:p>
          <a:endParaRPr lang="de-DE"/>
        </a:p>
      </dgm:t>
    </dgm:pt>
    <dgm:pt modelId="{433D02D9-7891-45DE-8FC5-836D3337832C}" type="sibTrans" cxnId="{B72D86CC-9C8B-4230-B36D-36F67D0C0022}">
      <dgm:prSet/>
      <dgm:spPr/>
      <dgm:t>
        <a:bodyPr/>
        <a:lstStyle/>
        <a:p>
          <a:endParaRPr lang="de-DE"/>
        </a:p>
      </dgm:t>
    </dgm:pt>
    <dgm:pt modelId="{55ADE424-0A8E-4A65-93EA-8CEC46264E1E}" type="pres">
      <dgm:prSet presAssocID="{FB699FB2-168D-4F64-BCE8-EB90B27402B2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0B2BB5C6-6046-4862-8638-2AFECE0F589E}" type="pres">
      <dgm:prSet presAssocID="{3176BBC7-8862-4415-8287-081E9F6AFA05}" presName="composite" presStyleCnt="0"/>
      <dgm:spPr/>
    </dgm:pt>
    <dgm:pt modelId="{64556EE9-9EB6-4223-84A9-F4C2FB623E63}" type="pres">
      <dgm:prSet presAssocID="{3176BBC7-8862-4415-8287-081E9F6AFA05}" presName="Parent1" presStyleLbl="node1" presStyleIdx="0" presStyleCnt="6" custScaleX="15221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92D040-088C-4E73-AC76-29F421B71C65}" type="pres">
      <dgm:prSet presAssocID="{3176BBC7-8862-4415-8287-081E9F6AFA05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CB949C8-B1EB-4E20-9921-7C687E7B2003}" type="pres">
      <dgm:prSet presAssocID="{3176BBC7-8862-4415-8287-081E9F6AFA05}" presName="BalanceSpacing" presStyleCnt="0"/>
      <dgm:spPr/>
    </dgm:pt>
    <dgm:pt modelId="{5B037DC1-651E-4861-AE43-83C31ED6862E}" type="pres">
      <dgm:prSet presAssocID="{3176BBC7-8862-4415-8287-081E9F6AFA05}" presName="BalanceSpacing1" presStyleCnt="0"/>
      <dgm:spPr/>
    </dgm:pt>
    <dgm:pt modelId="{1EBDB5C1-B0B0-4908-85BD-A5B7F9103986}" type="pres">
      <dgm:prSet presAssocID="{473DCCD3-970F-4998-9598-B820F588D030}" presName="Accent1Text" presStyleLbl="node1" presStyleIdx="1" presStyleCnt="6" custAng="16200000" custScaleX="3562" custScaleY="41385"/>
      <dgm:spPr/>
      <dgm:t>
        <a:bodyPr/>
        <a:lstStyle/>
        <a:p>
          <a:endParaRPr lang="de-DE"/>
        </a:p>
      </dgm:t>
    </dgm:pt>
    <dgm:pt modelId="{83FD088C-DE61-45F4-919C-2A2602D1BF0D}" type="pres">
      <dgm:prSet presAssocID="{473DCCD3-970F-4998-9598-B820F588D030}" presName="spaceBetweenRectangles" presStyleCnt="0"/>
      <dgm:spPr/>
    </dgm:pt>
    <dgm:pt modelId="{E5624A03-CE51-4466-B7D5-D8022FF406C0}" type="pres">
      <dgm:prSet presAssocID="{F6460455-E343-42D7-BB0E-95AB588C2384}" presName="composite" presStyleCnt="0"/>
      <dgm:spPr/>
    </dgm:pt>
    <dgm:pt modelId="{4E05683A-72F3-469C-90D3-837ADE52E6B6}" type="pres">
      <dgm:prSet presAssocID="{F6460455-E343-42D7-BB0E-95AB588C2384}" presName="Parent1" presStyleLbl="node1" presStyleIdx="2" presStyleCnt="6" custScaleX="140981" custScaleY="10075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3710782-4DA0-45B9-A2E3-A04A2C317234}" type="pres">
      <dgm:prSet presAssocID="{F6460455-E343-42D7-BB0E-95AB588C2384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0F3BE84-E353-4215-AA39-60EF6FC79850}" type="pres">
      <dgm:prSet presAssocID="{F6460455-E343-42D7-BB0E-95AB588C2384}" presName="BalanceSpacing" presStyleCnt="0"/>
      <dgm:spPr/>
    </dgm:pt>
    <dgm:pt modelId="{4BA8EF67-7D0D-4DF5-8781-BCBA0593CD0C}" type="pres">
      <dgm:prSet presAssocID="{F6460455-E343-42D7-BB0E-95AB588C2384}" presName="BalanceSpacing1" presStyleCnt="0"/>
      <dgm:spPr/>
    </dgm:pt>
    <dgm:pt modelId="{6573BB00-CF22-4F66-AC38-725AFF66DEFC}" type="pres">
      <dgm:prSet presAssocID="{F6567973-F728-44DE-A85B-A2CFBB79EAEB}" presName="Accent1Text" presStyleLbl="node1" presStyleIdx="3" presStyleCnt="6" custAng="16200000" custScaleX="2781" custScaleY="44317" custLinFactNeighborX="1878" custLinFactNeighborY="-2166"/>
      <dgm:spPr/>
      <dgm:t>
        <a:bodyPr/>
        <a:lstStyle/>
        <a:p>
          <a:endParaRPr lang="de-DE"/>
        </a:p>
      </dgm:t>
    </dgm:pt>
    <dgm:pt modelId="{9BE45C88-0BA1-4A11-BAA9-DF9079D830E9}" type="pres">
      <dgm:prSet presAssocID="{F6567973-F728-44DE-A85B-A2CFBB79EAEB}" presName="spaceBetweenRectangles" presStyleCnt="0"/>
      <dgm:spPr/>
    </dgm:pt>
    <dgm:pt modelId="{24558418-8474-430D-A974-2450FB19C0CC}" type="pres">
      <dgm:prSet presAssocID="{0EE11815-442C-4080-A2C5-6D9E659DEEFE}" presName="composite" presStyleCnt="0"/>
      <dgm:spPr/>
    </dgm:pt>
    <dgm:pt modelId="{C27520A5-92D7-4909-A2BF-BF1D3692BB5A}" type="pres">
      <dgm:prSet presAssocID="{0EE11815-442C-4080-A2C5-6D9E659DEEFE}" presName="Parent1" presStyleLbl="node1" presStyleIdx="4" presStyleCnt="6" custScaleX="152663" custScaleY="10554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6D95605-31BD-4C5C-9973-60826607F7C9}" type="pres">
      <dgm:prSet presAssocID="{0EE11815-442C-4080-A2C5-6D9E659DEEFE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D9CE3C5-A9C9-4803-94D4-A954F2F23324}" type="pres">
      <dgm:prSet presAssocID="{0EE11815-442C-4080-A2C5-6D9E659DEEFE}" presName="BalanceSpacing" presStyleCnt="0"/>
      <dgm:spPr/>
    </dgm:pt>
    <dgm:pt modelId="{01EFAF92-95F9-43DD-87EF-12F3DF28E54E}" type="pres">
      <dgm:prSet presAssocID="{0EE11815-442C-4080-A2C5-6D9E659DEEFE}" presName="BalanceSpacing1" presStyleCnt="0"/>
      <dgm:spPr/>
    </dgm:pt>
    <dgm:pt modelId="{864CADF1-1CD8-4886-BC18-9BD98BFD5632}" type="pres">
      <dgm:prSet presAssocID="{433D02D9-7891-45DE-8FC5-836D3337832C}" presName="Accent1Text" presStyleLbl="node1" presStyleIdx="5" presStyleCnt="6" custAng="5400000" custFlipVert="1" custScaleX="2781" custScaleY="46223"/>
      <dgm:spPr/>
      <dgm:t>
        <a:bodyPr/>
        <a:lstStyle/>
        <a:p>
          <a:endParaRPr lang="de-DE"/>
        </a:p>
      </dgm:t>
    </dgm:pt>
  </dgm:ptLst>
  <dgm:cxnLst>
    <dgm:cxn modelId="{C28D2CD9-E169-4BA3-B827-70537D52A159}" type="presOf" srcId="{F6460455-E343-42D7-BB0E-95AB588C2384}" destId="{4E05683A-72F3-469C-90D3-837ADE52E6B6}" srcOrd="0" destOrd="0" presId="urn:microsoft.com/office/officeart/2008/layout/AlternatingHexagons"/>
    <dgm:cxn modelId="{E35261B4-FE19-4C33-B7EB-55CC04EECA27}" type="presOf" srcId="{FB699FB2-168D-4F64-BCE8-EB90B27402B2}" destId="{55ADE424-0A8E-4A65-93EA-8CEC46264E1E}" srcOrd="0" destOrd="0" presId="urn:microsoft.com/office/officeart/2008/layout/AlternatingHexagons"/>
    <dgm:cxn modelId="{BA1002EB-1837-48F0-A3D1-C8B3A84B66CD}" type="presOf" srcId="{0EE11815-442C-4080-A2C5-6D9E659DEEFE}" destId="{C27520A5-92D7-4909-A2BF-BF1D3692BB5A}" srcOrd="0" destOrd="0" presId="urn:microsoft.com/office/officeart/2008/layout/AlternatingHexagons"/>
    <dgm:cxn modelId="{685ED4D6-EDF2-4400-8EDD-2521FF3328A4}" type="presOf" srcId="{3176BBC7-8862-4415-8287-081E9F6AFA05}" destId="{64556EE9-9EB6-4223-84A9-F4C2FB623E63}" srcOrd="0" destOrd="0" presId="urn:microsoft.com/office/officeart/2008/layout/AlternatingHexagons"/>
    <dgm:cxn modelId="{3A6B32A4-E659-405E-A13B-7192A2307EAF}" srcId="{FB699FB2-168D-4F64-BCE8-EB90B27402B2}" destId="{3176BBC7-8862-4415-8287-081E9F6AFA05}" srcOrd="0" destOrd="0" parTransId="{6ED93D2C-D639-4712-84A0-5B261DCCB66E}" sibTransId="{473DCCD3-970F-4998-9598-B820F588D030}"/>
    <dgm:cxn modelId="{B72D86CC-9C8B-4230-B36D-36F67D0C0022}" srcId="{FB699FB2-168D-4F64-BCE8-EB90B27402B2}" destId="{0EE11815-442C-4080-A2C5-6D9E659DEEFE}" srcOrd="2" destOrd="0" parTransId="{C573C3A1-5956-4052-A98D-6692C0A7B8A4}" sibTransId="{433D02D9-7891-45DE-8FC5-836D3337832C}"/>
    <dgm:cxn modelId="{5D9546F2-A01C-4C32-B206-F3AC75E40F99}" type="presOf" srcId="{473DCCD3-970F-4998-9598-B820F588D030}" destId="{1EBDB5C1-B0B0-4908-85BD-A5B7F9103986}" srcOrd="0" destOrd="0" presId="urn:microsoft.com/office/officeart/2008/layout/AlternatingHexagons"/>
    <dgm:cxn modelId="{6E69E2B3-DD01-4940-A842-81E5F13FB3AA}" type="presOf" srcId="{433D02D9-7891-45DE-8FC5-836D3337832C}" destId="{864CADF1-1CD8-4886-BC18-9BD98BFD5632}" srcOrd="0" destOrd="0" presId="urn:microsoft.com/office/officeart/2008/layout/AlternatingHexagons"/>
    <dgm:cxn modelId="{0324A147-F7CC-40A2-A1C4-6D3078577973}" type="presOf" srcId="{F6567973-F728-44DE-A85B-A2CFBB79EAEB}" destId="{6573BB00-CF22-4F66-AC38-725AFF66DEFC}" srcOrd="0" destOrd="0" presId="urn:microsoft.com/office/officeart/2008/layout/AlternatingHexagons"/>
    <dgm:cxn modelId="{37F7359F-1142-4924-90F9-3D37E3EEA188}" srcId="{FB699FB2-168D-4F64-BCE8-EB90B27402B2}" destId="{F6460455-E343-42D7-BB0E-95AB588C2384}" srcOrd="1" destOrd="0" parTransId="{1A88B335-F205-482D-AB1D-4A88F5968ABE}" sibTransId="{F6567973-F728-44DE-A85B-A2CFBB79EAEB}"/>
    <dgm:cxn modelId="{CBB2E108-AE16-4B0B-932B-8E6F99A05D45}" type="presParOf" srcId="{55ADE424-0A8E-4A65-93EA-8CEC46264E1E}" destId="{0B2BB5C6-6046-4862-8638-2AFECE0F589E}" srcOrd="0" destOrd="0" presId="urn:microsoft.com/office/officeart/2008/layout/AlternatingHexagons"/>
    <dgm:cxn modelId="{0AAA089A-891D-4ACD-B0D3-5C9112DEB52F}" type="presParOf" srcId="{0B2BB5C6-6046-4862-8638-2AFECE0F589E}" destId="{64556EE9-9EB6-4223-84A9-F4C2FB623E63}" srcOrd="0" destOrd="0" presId="urn:microsoft.com/office/officeart/2008/layout/AlternatingHexagons"/>
    <dgm:cxn modelId="{870FAD36-EDA1-49A9-AC99-34A8B26E700A}" type="presParOf" srcId="{0B2BB5C6-6046-4862-8638-2AFECE0F589E}" destId="{EA92D040-088C-4E73-AC76-29F421B71C65}" srcOrd="1" destOrd="0" presId="urn:microsoft.com/office/officeart/2008/layout/AlternatingHexagons"/>
    <dgm:cxn modelId="{54F3A98B-C3D0-476F-B337-B9E5640CBF65}" type="presParOf" srcId="{0B2BB5C6-6046-4862-8638-2AFECE0F589E}" destId="{9CB949C8-B1EB-4E20-9921-7C687E7B2003}" srcOrd="2" destOrd="0" presId="urn:microsoft.com/office/officeart/2008/layout/AlternatingHexagons"/>
    <dgm:cxn modelId="{9378609D-1CB5-4178-AE49-2E0D20BAA87B}" type="presParOf" srcId="{0B2BB5C6-6046-4862-8638-2AFECE0F589E}" destId="{5B037DC1-651E-4861-AE43-83C31ED6862E}" srcOrd="3" destOrd="0" presId="urn:microsoft.com/office/officeart/2008/layout/AlternatingHexagons"/>
    <dgm:cxn modelId="{F236C638-883F-4575-A47B-DFC682D974A2}" type="presParOf" srcId="{0B2BB5C6-6046-4862-8638-2AFECE0F589E}" destId="{1EBDB5C1-B0B0-4908-85BD-A5B7F9103986}" srcOrd="4" destOrd="0" presId="urn:microsoft.com/office/officeart/2008/layout/AlternatingHexagons"/>
    <dgm:cxn modelId="{EC598739-6053-441C-B219-3A9990520D48}" type="presParOf" srcId="{55ADE424-0A8E-4A65-93EA-8CEC46264E1E}" destId="{83FD088C-DE61-45F4-919C-2A2602D1BF0D}" srcOrd="1" destOrd="0" presId="urn:microsoft.com/office/officeart/2008/layout/AlternatingHexagons"/>
    <dgm:cxn modelId="{5FB7740B-C13A-4A54-A1A3-AD63291889E4}" type="presParOf" srcId="{55ADE424-0A8E-4A65-93EA-8CEC46264E1E}" destId="{E5624A03-CE51-4466-B7D5-D8022FF406C0}" srcOrd="2" destOrd="0" presId="urn:microsoft.com/office/officeart/2008/layout/AlternatingHexagons"/>
    <dgm:cxn modelId="{1DB2A453-6F02-4712-8C07-13B5A3A902A6}" type="presParOf" srcId="{E5624A03-CE51-4466-B7D5-D8022FF406C0}" destId="{4E05683A-72F3-469C-90D3-837ADE52E6B6}" srcOrd="0" destOrd="0" presId="urn:microsoft.com/office/officeart/2008/layout/AlternatingHexagons"/>
    <dgm:cxn modelId="{8396CCD4-DCF9-46E9-AA7F-7A15F4AB1694}" type="presParOf" srcId="{E5624A03-CE51-4466-B7D5-D8022FF406C0}" destId="{83710782-4DA0-45B9-A2E3-A04A2C317234}" srcOrd="1" destOrd="0" presId="urn:microsoft.com/office/officeart/2008/layout/AlternatingHexagons"/>
    <dgm:cxn modelId="{28F63493-B734-480E-A1DE-DAE8A40C49AB}" type="presParOf" srcId="{E5624A03-CE51-4466-B7D5-D8022FF406C0}" destId="{70F3BE84-E353-4215-AA39-60EF6FC79850}" srcOrd="2" destOrd="0" presId="urn:microsoft.com/office/officeart/2008/layout/AlternatingHexagons"/>
    <dgm:cxn modelId="{A634C982-E191-4EA1-B5E9-59A7FAA3BDF4}" type="presParOf" srcId="{E5624A03-CE51-4466-B7D5-D8022FF406C0}" destId="{4BA8EF67-7D0D-4DF5-8781-BCBA0593CD0C}" srcOrd="3" destOrd="0" presId="urn:microsoft.com/office/officeart/2008/layout/AlternatingHexagons"/>
    <dgm:cxn modelId="{EE030C17-FA1F-4303-8945-3CE705084C26}" type="presParOf" srcId="{E5624A03-CE51-4466-B7D5-D8022FF406C0}" destId="{6573BB00-CF22-4F66-AC38-725AFF66DEFC}" srcOrd="4" destOrd="0" presId="urn:microsoft.com/office/officeart/2008/layout/AlternatingHexagons"/>
    <dgm:cxn modelId="{CA66CFC9-AB92-4119-8742-6041E4874121}" type="presParOf" srcId="{55ADE424-0A8E-4A65-93EA-8CEC46264E1E}" destId="{9BE45C88-0BA1-4A11-BAA9-DF9079D830E9}" srcOrd="3" destOrd="0" presId="urn:microsoft.com/office/officeart/2008/layout/AlternatingHexagons"/>
    <dgm:cxn modelId="{2847670B-4E9D-46AA-9649-7AEAFC0FF889}" type="presParOf" srcId="{55ADE424-0A8E-4A65-93EA-8CEC46264E1E}" destId="{24558418-8474-430D-A974-2450FB19C0CC}" srcOrd="4" destOrd="0" presId="urn:microsoft.com/office/officeart/2008/layout/AlternatingHexagons"/>
    <dgm:cxn modelId="{151CFC1C-AB67-49CE-9C6D-7D45E550A54F}" type="presParOf" srcId="{24558418-8474-430D-A974-2450FB19C0CC}" destId="{C27520A5-92D7-4909-A2BF-BF1D3692BB5A}" srcOrd="0" destOrd="0" presId="urn:microsoft.com/office/officeart/2008/layout/AlternatingHexagons"/>
    <dgm:cxn modelId="{6D64B924-45F0-43BD-9182-598DF38153A2}" type="presParOf" srcId="{24558418-8474-430D-A974-2450FB19C0CC}" destId="{C6D95605-31BD-4C5C-9973-60826607F7C9}" srcOrd="1" destOrd="0" presId="urn:microsoft.com/office/officeart/2008/layout/AlternatingHexagons"/>
    <dgm:cxn modelId="{ED8176D2-C42A-46B1-AF0F-5EC098DBA189}" type="presParOf" srcId="{24558418-8474-430D-A974-2450FB19C0CC}" destId="{ED9CE3C5-A9C9-4803-94D4-A954F2F23324}" srcOrd="2" destOrd="0" presId="urn:microsoft.com/office/officeart/2008/layout/AlternatingHexagons"/>
    <dgm:cxn modelId="{A56DB01B-9589-4908-97C3-39B037F5CF15}" type="presParOf" srcId="{24558418-8474-430D-A974-2450FB19C0CC}" destId="{01EFAF92-95F9-43DD-87EF-12F3DF28E54E}" srcOrd="3" destOrd="0" presId="urn:microsoft.com/office/officeart/2008/layout/AlternatingHexagons"/>
    <dgm:cxn modelId="{FE2020EC-388F-491D-8311-19F3B00BB324}" type="presParOf" srcId="{24558418-8474-430D-A974-2450FB19C0CC}" destId="{864CADF1-1CD8-4886-BC18-9BD98BFD5632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0BD412C-ECD3-4745-813E-0420D55851F1}" type="doc">
      <dgm:prSet loTypeId="urn:microsoft.com/office/officeart/2005/8/layout/hList6" loCatId="list" qsTypeId="urn:microsoft.com/office/officeart/2005/8/quickstyle/3d6" qsCatId="3D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EE274239-D18E-486F-8E57-5F722362DFC5}">
      <dgm:prSet phldrT="[Text]"/>
      <dgm:spPr/>
      <dgm:t>
        <a:bodyPr/>
        <a:lstStyle/>
        <a:p>
          <a:r>
            <a:rPr lang="de-DE" dirty="0" smtClean="0"/>
            <a:t>Vision-based perception </a:t>
          </a:r>
          <a:endParaRPr lang="de-DE" dirty="0"/>
        </a:p>
      </dgm:t>
    </dgm:pt>
    <dgm:pt modelId="{E6F2A4B6-142F-4BC5-AA35-4BEB96610546}" type="parTrans" cxnId="{C19001FD-4EE8-4843-8ECE-4257BB4810FB}">
      <dgm:prSet/>
      <dgm:spPr/>
      <dgm:t>
        <a:bodyPr/>
        <a:lstStyle/>
        <a:p>
          <a:endParaRPr lang="de-DE"/>
        </a:p>
      </dgm:t>
    </dgm:pt>
    <dgm:pt modelId="{06BB79D9-D091-4146-AE55-6ECA5F2F0449}" type="sibTrans" cxnId="{C19001FD-4EE8-4843-8ECE-4257BB4810FB}">
      <dgm:prSet/>
      <dgm:spPr/>
      <dgm:t>
        <a:bodyPr/>
        <a:lstStyle/>
        <a:p>
          <a:endParaRPr lang="de-DE"/>
        </a:p>
      </dgm:t>
    </dgm:pt>
    <dgm:pt modelId="{BFFE5F99-8727-4100-AC0F-A16453882A46}">
      <dgm:prSet phldrT="[Text]"/>
      <dgm:spPr/>
      <dgm:t>
        <a:bodyPr/>
        <a:lstStyle/>
        <a:p>
          <a:r>
            <a:rPr lang="de-DE" dirty="0" smtClean="0"/>
            <a:t>Dynamic environments </a:t>
          </a:r>
          <a:endParaRPr lang="de-DE" dirty="0"/>
        </a:p>
      </dgm:t>
    </dgm:pt>
    <dgm:pt modelId="{0FB76869-4D71-4054-A2F7-716E06EABEA1}" type="parTrans" cxnId="{F2FAE308-6D3E-4B71-B0E8-5B35F79B1834}">
      <dgm:prSet/>
      <dgm:spPr/>
      <dgm:t>
        <a:bodyPr/>
        <a:lstStyle/>
        <a:p>
          <a:endParaRPr lang="de-DE"/>
        </a:p>
      </dgm:t>
    </dgm:pt>
    <dgm:pt modelId="{F1BF1E67-271A-46D4-9DD4-B9F473AF0B2E}" type="sibTrans" cxnId="{F2FAE308-6D3E-4B71-B0E8-5B35F79B1834}">
      <dgm:prSet/>
      <dgm:spPr/>
      <dgm:t>
        <a:bodyPr/>
        <a:lstStyle/>
        <a:p>
          <a:endParaRPr lang="de-DE"/>
        </a:p>
      </dgm:t>
    </dgm:pt>
    <dgm:pt modelId="{D72DF62C-7226-4A7C-B9E2-EAF3E26ACE53}">
      <dgm:prSet phldrT="[Text]"/>
      <dgm:spPr/>
      <dgm:t>
        <a:bodyPr/>
        <a:lstStyle/>
        <a:p>
          <a:r>
            <a:rPr lang="de-DE" dirty="0" smtClean="0"/>
            <a:t>More advanced contact models </a:t>
          </a:r>
          <a:endParaRPr lang="de-DE" dirty="0"/>
        </a:p>
      </dgm:t>
    </dgm:pt>
    <dgm:pt modelId="{5304E6A6-A348-4F7D-BA06-72F442BCD1AE}" type="parTrans" cxnId="{95D6B6EC-6705-458C-999C-F08FDDCA33BC}">
      <dgm:prSet/>
      <dgm:spPr/>
      <dgm:t>
        <a:bodyPr/>
        <a:lstStyle/>
        <a:p>
          <a:endParaRPr lang="de-DE"/>
        </a:p>
      </dgm:t>
    </dgm:pt>
    <dgm:pt modelId="{A47A177C-0ABD-4F9C-91B4-3067BDCC27E9}" type="sibTrans" cxnId="{95D6B6EC-6705-458C-999C-F08FDDCA33BC}">
      <dgm:prSet/>
      <dgm:spPr/>
      <dgm:t>
        <a:bodyPr/>
        <a:lstStyle/>
        <a:p>
          <a:endParaRPr lang="de-DE"/>
        </a:p>
      </dgm:t>
    </dgm:pt>
    <dgm:pt modelId="{02AA2AD2-83EA-406D-8373-94DB34722352}">
      <dgm:prSet/>
      <dgm:spPr/>
      <dgm:t>
        <a:bodyPr/>
        <a:lstStyle/>
        <a:p>
          <a:r>
            <a:rPr lang="de-DE" smtClean="0"/>
            <a:t>Real robot implementation </a:t>
          </a:r>
          <a:endParaRPr lang="de-DE" dirty="0"/>
        </a:p>
      </dgm:t>
    </dgm:pt>
    <dgm:pt modelId="{6F7FFF15-BE81-4772-AE2B-3165E94E0321}" type="parTrans" cxnId="{61252617-F8D9-462D-952F-8CCB1901B0CA}">
      <dgm:prSet/>
      <dgm:spPr/>
      <dgm:t>
        <a:bodyPr/>
        <a:lstStyle/>
        <a:p>
          <a:endParaRPr lang="de-DE"/>
        </a:p>
      </dgm:t>
    </dgm:pt>
    <dgm:pt modelId="{E5A8546B-1F0D-4E8C-8AD6-68EE08C44860}" type="sibTrans" cxnId="{61252617-F8D9-462D-952F-8CCB1901B0CA}">
      <dgm:prSet/>
      <dgm:spPr/>
      <dgm:t>
        <a:bodyPr/>
        <a:lstStyle/>
        <a:p>
          <a:endParaRPr lang="de-DE"/>
        </a:p>
      </dgm:t>
    </dgm:pt>
    <dgm:pt modelId="{CF183CD0-C296-4416-A4D8-5F0B78301806}" type="pres">
      <dgm:prSet presAssocID="{D0BD412C-ECD3-4745-813E-0420D55851F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1D99042F-5B54-4DC2-AE80-F26576EBF230}" type="pres">
      <dgm:prSet presAssocID="{EE274239-D18E-486F-8E57-5F722362DFC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D4CA055-B4DF-48E4-908A-FB3E1F312DFE}" type="pres">
      <dgm:prSet presAssocID="{06BB79D9-D091-4146-AE55-6ECA5F2F0449}" presName="sibTrans" presStyleCnt="0"/>
      <dgm:spPr/>
    </dgm:pt>
    <dgm:pt modelId="{B47303EF-6884-4784-9FFE-790B9E6535C9}" type="pres">
      <dgm:prSet presAssocID="{BFFE5F99-8727-4100-AC0F-A16453882A4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2F98BBC-B039-4CBA-BF50-D6D2411A9D10}" type="pres">
      <dgm:prSet presAssocID="{F1BF1E67-271A-46D4-9DD4-B9F473AF0B2E}" presName="sibTrans" presStyleCnt="0"/>
      <dgm:spPr/>
    </dgm:pt>
    <dgm:pt modelId="{4EC559F3-6EA0-443B-BFFB-302548CAECF9}" type="pres">
      <dgm:prSet presAssocID="{D72DF62C-7226-4A7C-B9E2-EAF3E26ACE5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E63791-C36B-4EC1-BA50-963C22AA34DA}" type="pres">
      <dgm:prSet presAssocID="{A47A177C-0ABD-4F9C-91B4-3067BDCC27E9}" presName="sibTrans" presStyleCnt="0"/>
      <dgm:spPr/>
    </dgm:pt>
    <dgm:pt modelId="{A2A399ED-2AA3-4487-BBF2-74F0217CC33E}" type="pres">
      <dgm:prSet presAssocID="{02AA2AD2-83EA-406D-8373-94DB3472235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CF446832-F7C4-4DF1-AA28-72BF3AF374F5}" type="presOf" srcId="{EE274239-D18E-486F-8E57-5F722362DFC5}" destId="{1D99042F-5B54-4DC2-AE80-F26576EBF230}" srcOrd="0" destOrd="0" presId="urn:microsoft.com/office/officeart/2005/8/layout/hList6"/>
    <dgm:cxn modelId="{61252617-F8D9-462D-952F-8CCB1901B0CA}" srcId="{D0BD412C-ECD3-4745-813E-0420D55851F1}" destId="{02AA2AD2-83EA-406D-8373-94DB34722352}" srcOrd="3" destOrd="0" parTransId="{6F7FFF15-BE81-4772-AE2B-3165E94E0321}" sibTransId="{E5A8546B-1F0D-4E8C-8AD6-68EE08C44860}"/>
    <dgm:cxn modelId="{95D6B6EC-6705-458C-999C-F08FDDCA33BC}" srcId="{D0BD412C-ECD3-4745-813E-0420D55851F1}" destId="{D72DF62C-7226-4A7C-B9E2-EAF3E26ACE53}" srcOrd="2" destOrd="0" parTransId="{5304E6A6-A348-4F7D-BA06-72F442BCD1AE}" sibTransId="{A47A177C-0ABD-4F9C-91B4-3067BDCC27E9}"/>
    <dgm:cxn modelId="{651EBBD3-1CBF-472C-8DE4-E8E678D9DFFC}" type="presOf" srcId="{D72DF62C-7226-4A7C-B9E2-EAF3E26ACE53}" destId="{4EC559F3-6EA0-443B-BFFB-302548CAECF9}" srcOrd="0" destOrd="0" presId="urn:microsoft.com/office/officeart/2005/8/layout/hList6"/>
    <dgm:cxn modelId="{C19001FD-4EE8-4843-8ECE-4257BB4810FB}" srcId="{D0BD412C-ECD3-4745-813E-0420D55851F1}" destId="{EE274239-D18E-486F-8E57-5F722362DFC5}" srcOrd="0" destOrd="0" parTransId="{E6F2A4B6-142F-4BC5-AA35-4BEB96610546}" sibTransId="{06BB79D9-D091-4146-AE55-6ECA5F2F0449}"/>
    <dgm:cxn modelId="{DB843267-ED29-4969-BDD4-6BB2D080F59C}" type="presOf" srcId="{02AA2AD2-83EA-406D-8373-94DB34722352}" destId="{A2A399ED-2AA3-4487-BBF2-74F0217CC33E}" srcOrd="0" destOrd="0" presId="urn:microsoft.com/office/officeart/2005/8/layout/hList6"/>
    <dgm:cxn modelId="{F2FAE308-6D3E-4B71-B0E8-5B35F79B1834}" srcId="{D0BD412C-ECD3-4745-813E-0420D55851F1}" destId="{BFFE5F99-8727-4100-AC0F-A16453882A46}" srcOrd="1" destOrd="0" parTransId="{0FB76869-4D71-4054-A2F7-716E06EABEA1}" sibTransId="{F1BF1E67-271A-46D4-9DD4-B9F473AF0B2E}"/>
    <dgm:cxn modelId="{8D450786-2B84-4AC3-BDB5-C3B819FDE42B}" type="presOf" srcId="{BFFE5F99-8727-4100-AC0F-A16453882A46}" destId="{B47303EF-6884-4784-9FFE-790B9E6535C9}" srcOrd="0" destOrd="0" presId="urn:microsoft.com/office/officeart/2005/8/layout/hList6"/>
    <dgm:cxn modelId="{B9830B75-99BA-47E5-8907-7594DA8E4A5B}" type="presOf" srcId="{D0BD412C-ECD3-4745-813E-0420D55851F1}" destId="{CF183CD0-C296-4416-A4D8-5F0B78301806}" srcOrd="0" destOrd="0" presId="urn:microsoft.com/office/officeart/2005/8/layout/hList6"/>
    <dgm:cxn modelId="{04D45177-733C-43BF-B0A4-DAEFCD052C0F}" type="presParOf" srcId="{CF183CD0-C296-4416-A4D8-5F0B78301806}" destId="{1D99042F-5B54-4DC2-AE80-F26576EBF230}" srcOrd="0" destOrd="0" presId="urn:microsoft.com/office/officeart/2005/8/layout/hList6"/>
    <dgm:cxn modelId="{58AE0C44-507A-467E-A8E9-F1CA8E0868DA}" type="presParOf" srcId="{CF183CD0-C296-4416-A4D8-5F0B78301806}" destId="{BD4CA055-B4DF-48E4-908A-FB3E1F312DFE}" srcOrd="1" destOrd="0" presId="urn:microsoft.com/office/officeart/2005/8/layout/hList6"/>
    <dgm:cxn modelId="{67A3D5AE-C71B-4102-8C25-7E493B8A9F65}" type="presParOf" srcId="{CF183CD0-C296-4416-A4D8-5F0B78301806}" destId="{B47303EF-6884-4784-9FFE-790B9E6535C9}" srcOrd="2" destOrd="0" presId="urn:microsoft.com/office/officeart/2005/8/layout/hList6"/>
    <dgm:cxn modelId="{9030A0CD-971E-4490-B4B0-225736661393}" type="presParOf" srcId="{CF183CD0-C296-4416-A4D8-5F0B78301806}" destId="{02F98BBC-B039-4CBA-BF50-D6D2411A9D10}" srcOrd="3" destOrd="0" presId="urn:microsoft.com/office/officeart/2005/8/layout/hList6"/>
    <dgm:cxn modelId="{C2CAB1A9-3841-4150-93AE-14A06613B246}" type="presParOf" srcId="{CF183CD0-C296-4416-A4D8-5F0B78301806}" destId="{4EC559F3-6EA0-443B-BFFB-302548CAECF9}" srcOrd="4" destOrd="0" presId="urn:microsoft.com/office/officeart/2005/8/layout/hList6"/>
    <dgm:cxn modelId="{BAB9A240-BDF7-4BB0-A3C1-5973D30DFA2A}" type="presParOf" srcId="{CF183CD0-C296-4416-A4D8-5F0B78301806}" destId="{6FE63791-C36B-4EC1-BA50-963C22AA34DA}" srcOrd="5" destOrd="0" presId="urn:microsoft.com/office/officeart/2005/8/layout/hList6"/>
    <dgm:cxn modelId="{922859CD-CE80-4B50-9563-93BE6A37ABA6}" type="presParOf" srcId="{CF183CD0-C296-4416-A4D8-5F0B78301806}" destId="{A2A399ED-2AA3-4487-BBF2-74F0217CC33E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43EC2-4FDE-41AE-933E-81787676AE76}">
      <dsp:nvSpPr>
        <dsp:cNvPr id="0" name=""/>
        <dsp:cNvSpPr/>
      </dsp:nvSpPr>
      <dsp:spPr>
        <a:xfrm>
          <a:off x="0" y="3298556"/>
          <a:ext cx="2713344" cy="4327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Pick and Place Validation</a:t>
          </a:r>
          <a:endParaRPr lang="en-DE" sz="1200" kern="1200" dirty="0"/>
        </a:p>
      </dsp:txBody>
      <dsp:txXfrm>
        <a:off x="0" y="3298556"/>
        <a:ext cx="2713344" cy="432702"/>
      </dsp:txXfrm>
    </dsp:sp>
    <dsp:sp modelId="{65C39C54-9A23-4E1E-A0D9-125B651EA294}">
      <dsp:nvSpPr>
        <dsp:cNvPr id="0" name=""/>
        <dsp:cNvSpPr/>
      </dsp:nvSpPr>
      <dsp:spPr>
        <a:xfrm rot="10800000">
          <a:off x="0" y="2637786"/>
          <a:ext cx="2713344" cy="665495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Control Script</a:t>
          </a:r>
          <a:endParaRPr lang="en-DE" sz="1900" kern="1200" dirty="0"/>
        </a:p>
      </dsp:txBody>
      <dsp:txXfrm rot="10800000">
        <a:off x="0" y="2637786"/>
        <a:ext cx="2713344" cy="432419"/>
      </dsp:txXfrm>
    </dsp:sp>
    <dsp:sp modelId="{3193DB04-B0F3-497D-B8C8-44B27576A424}">
      <dsp:nvSpPr>
        <dsp:cNvPr id="0" name=""/>
        <dsp:cNvSpPr/>
      </dsp:nvSpPr>
      <dsp:spPr>
        <a:xfrm rot="10800000">
          <a:off x="0" y="1978781"/>
          <a:ext cx="2713344" cy="665495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Physics Simulation (MuJoCo)</a:t>
          </a:r>
          <a:endParaRPr lang="en-DE" sz="1200" kern="1200" dirty="0"/>
        </a:p>
      </dsp:txBody>
      <dsp:txXfrm rot="10800000">
        <a:off x="0" y="1978781"/>
        <a:ext cx="2713344" cy="432419"/>
      </dsp:txXfrm>
    </dsp:sp>
    <dsp:sp modelId="{EDC41330-D78C-45D9-B449-AB39A94C7F4B}">
      <dsp:nvSpPr>
        <dsp:cNvPr id="0" name=""/>
        <dsp:cNvSpPr/>
      </dsp:nvSpPr>
      <dsp:spPr>
        <a:xfrm rot="10800000">
          <a:off x="0" y="1319775"/>
          <a:ext cx="2713344" cy="665495"/>
        </a:xfrm>
        <a:prstGeom prst="upArrowCallou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Data Representation - JSON</a:t>
          </a:r>
          <a:endParaRPr lang="en-DE" sz="1900" kern="1200" dirty="0"/>
        </a:p>
      </dsp:txBody>
      <dsp:txXfrm rot="10800000">
        <a:off x="0" y="1319775"/>
        <a:ext cx="2713344" cy="432419"/>
      </dsp:txXfrm>
    </dsp:sp>
    <dsp:sp modelId="{6B053AB7-6ED6-40ED-93B0-F91FDE72F598}">
      <dsp:nvSpPr>
        <dsp:cNvPr id="0" name=""/>
        <dsp:cNvSpPr/>
      </dsp:nvSpPr>
      <dsp:spPr>
        <a:xfrm rot="10800000">
          <a:off x="0" y="660770"/>
          <a:ext cx="2713344" cy="665495"/>
        </a:xfrm>
        <a:prstGeom prst="upArrowCallou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Geometry Extraction (FreeCAD)</a:t>
          </a:r>
          <a:endParaRPr lang="en-DE" sz="1200" kern="1200" dirty="0"/>
        </a:p>
      </dsp:txBody>
      <dsp:txXfrm rot="10800000">
        <a:off x="0" y="660770"/>
        <a:ext cx="2713344" cy="432419"/>
      </dsp:txXfrm>
    </dsp:sp>
    <dsp:sp modelId="{9ECF2234-6F0A-48C7-8365-84914D8E9416}">
      <dsp:nvSpPr>
        <dsp:cNvPr id="0" name=""/>
        <dsp:cNvSpPr/>
      </dsp:nvSpPr>
      <dsp:spPr>
        <a:xfrm rot="10800000">
          <a:off x="0" y="1764"/>
          <a:ext cx="2713344" cy="665495"/>
        </a:xfrm>
        <a:prstGeom prst="upArrowCallou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3D CAD Object Model</a:t>
          </a:r>
          <a:endParaRPr lang="en-DE" sz="600" kern="1200" dirty="0"/>
        </a:p>
      </dsp:txBody>
      <dsp:txXfrm rot="10800000">
        <a:off x="0" y="1764"/>
        <a:ext cx="2713344" cy="4324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6DC32-956C-47A4-91B1-3105194640F2}">
      <dsp:nvSpPr>
        <dsp:cNvPr id="0" name=""/>
        <dsp:cNvSpPr/>
      </dsp:nvSpPr>
      <dsp:spPr>
        <a:xfrm>
          <a:off x="1724586" y="1574674"/>
          <a:ext cx="1571131" cy="7571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5565" y="0"/>
              </a:lnTo>
              <a:lnTo>
                <a:pt x="785565" y="757135"/>
              </a:lnTo>
              <a:lnTo>
                <a:pt x="1571131" y="757135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2466551" y="1909640"/>
        <a:ext cx="87202" cy="87202"/>
      </dsp:txXfrm>
    </dsp:sp>
    <dsp:sp modelId="{2AA7091F-D9BB-414F-93D7-BE96E7CBBCA7}">
      <dsp:nvSpPr>
        <dsp:cNvPr id="0" name=""/>
        <dsp:cNvSpPr/>
      </dsp:nvSpPr>
      <dsp:spPr>
        <a:xfrm>
          <a:off x="1724586" y="1516141"/>
          <a:ext cx="15711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8533"/>
              </a:moveTo>
              <a:lnTo>
                <a:pt x="785565" y="58533"/>
              </a:lnTo>
              <a:lnTo>
                <a:pt x="785565" y="45720"/>
              </a:lnTo>
              <a:lnTo>
                <a:pt x="1571131" y="45720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2470872" y="1522581"/>
        <a:ext cx="78559" cy="78559"/>
      </dsp:txXfrm>
    </dsp:sp>
    <dsp:sp modelId="{18EA6552-F49B-4434-BB99-9FC29DA0C6CC}">
      <dsp:nvSpPr>
        <dsp:cNvPr id="0" name=""/>
        <dsp:cNvSpPr/>
      </dsp:nvSpPr>
      <dsp:spPr>
        <a:xfrm>
          <a:off x="1724586" y="828709"/>
          <a:ext cx="1571131" cy="745964"/>
        </a:xfrm>
        <a:custGeom>
          <a:avLst/>
          <a:gdLst/>
          <a:ahLst/>
          <a:cxnLst/>
          <a:rect l="0" t="0" r="0" b="0"/>
          <a:pathLst>
            <a:path>
              <a:moveTo>
                <a:pt x="0" y="745964"/>
              </a:moveTo>
              <a:lnTo>
                <a:pt x="785565" y="745964"/>
              </a:lnTo>
              <a:lnTo>
                <a:pt x="785565" y="0"/>
              </a:lnTo>
              <a:lnTo>
                <a:pt x="1571131" y="0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2466671" y="1158211"/>
        <a:ext cx="86961" cy="86961"/>
      </dsp:txXfrm>
    </dsp:sp>
    <dsp:sp modelId="{B06FFEEE-B7B9-4DA8-8FF7-8639D080635A}">
      <dsp:nvSpPr>
        <dsp:cNvPr id="0" name=""/>
        <dsp:cNvSpPr/>
      </dsp:nvSpPr>
      <dsp:spPr>
        <a:xfrm>
          <a:off x="538164" y="1257298"/>
          <a:ext cx="1738092" cy="634750"/>
        </a:xfrm>
        <a:prstGeom prst="rect">
          <a:avLst/>
        </a:prstGeom>
        <a:gradFill rotWithShape="0">
          <a:gsLst>
            <a:gs pos="0">
              <a:schemeClr val="accent2">
                <a:shade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smtClean="0"/>
            <a:t>Data Requirements</a:t>
          </a:r>
          <a:endParaRPr lang="en-DE" sz="2000" kern="1200" dirty="0"/>
        </a:p>
      </dsp:txBody>
      <dsp:txXfrm>
        <a:off x="538164" y="1257298"/>
        <a:ext cx="1738092" cy="634750"/>
      </dsp:txXfrm>
    </dsp:sp>
    <dsp:sp modelId="{4D726CAC-5802-44A6-8C62-CCD3D5D0E3ED}">
      <dsp:nvSpPr>
        <dsp:cNvPr id="0" name=""/>
        <dsp:cNvSpPr/>
      </dsp:nvSpPr>
      <dsp:spPr>
        <a:xfrm>
          <a:off x="3295718" y="521957"/>
          <a:ext cx="2012297" cy="61350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Product Data</a:t>
          </a:r>
          <a:endParaRPr lang="en-DE" sz="1800" kern="1200" dirty="0"/>
        </a:p>
      </dsp:txBody>
      <dsp:txXfrm>
        <a:off x="3295718" y="521957"/>
        <a:ext cx="2012297" cy="613505"/>
      </dsp:txXfrm>
    </dsp:sp>
    <dsp:sp modelId="{6F9DA580-F4FB-47DF-8219-3BCD4B9DA3EE}">
      <dsp:nvSpPr>
        <dsp:cNvPr id="0" name=""/>
        <dsp:cNvSpPr/>
      </dsp:nvSpPr>
      <dsp:spPr>
        <a:xfrm>
          <a:off x="3295718" y="1255108"/>
          <a:ext cx="2012297" cy="61350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Process Data</a:t>
          </a:r>
          <a:endParaRPr lang="en-DE" sz="1800" kern="1200" dirty="0"/>
        </a:p>
      </dsp:txBody>
      <dsp:txXfrm>
        <a:off x="3295718" y="1255108"/>
        <a:ext cx="2012297" cy="613505"/>
      </dsp:txXfrm>
    </dsp:sp>
    <dsp:sp modelId="{8FA68C9C-64C8-47F8-AEF7-B4A19BA10712}">
      <dsp:nvSpPr>
        <dsp:cNvPr id="0" name=""/>
        <dsp:cNvSpPr/>
      </dsp:nvSpPr>
      <dsp:spPr>
        <a:xfrm>
          <a:off x="3295718" y="2025057"/>
          <a:ext cx="2012297" cy="613505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Resource Data</a:t>
          </a:r>
          <a:endParaRPr lang="en-DE" sz="1800" kern="1200" dirty="0"/>
        </a:p>
      </dsp:txBody>
      <dsp:txXfrm>
        <a:off x="3295718" y="2025057"/>
        <a:ext cx="2012297" cy="613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5E2167-9817-4C36-969E-EB10DEDE67EF}">
      <dsp:nvSpPr>
        <dsp:cNvPr id="0" name=""/>
        <dsp:cNvSpPr/>
      </dsp:nvSpPr>
      <dsp:spPr>
        <a:xfrm>
          <a:off x="658930" y="1815573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Product</a:t>
          </a:r>
          <a:endParaRPr lang="en-DE" sz="1800" kern="1200" dirty="0"/>
        </a:p>
      </dsp:txBody>
      <dsp:txXfrm>
        <a:off x="679468" y="1836111"/>
        <a:ext cx="1361376" cy="660150"/>
      </dsp:txXfrm>
    </dsp:sp>
    <dsp:sp modelId="{8C70E828-E6F2-4132-8E64-2735A4804265}">
      <dsp:nvSpPr>
        <dsp:cNvPr id="0" name=""/>
        <dsp:cNvSpPr/>
      </dsp:nvSpPr>
      <dsp:spPr>
        <a:xfrm rot="17945813">
          <a:off x="1765074" y="1646118"/>
          <a:ext cx="115359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53598" y="16062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2313033" y="1633340"/>
        <a:ext cx="57679" cy="57679"/>
      </dsp:txXfrm>
    </dsp:sp>
    <dsp:sp modelId="{7D1A88FD-EA1D-4915-B083-F260DFB2D591}">
      <dsp:nvSpPr>
        <dsp:cNvPr id="0" name=""/>
        <dsp:cNvSpPr/>
      </dsp:nvSpPr>
      <dsp:spPr>
        <a:xfrm>
          <a:off x="2622363" y="807561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smtClean="0"/>
            <a:t>Physical Properties</a:t>
          </a:r>
          <a:endParaRPr lang="en-DE" sz="1800" kern="1200" dirty="0"/>
        </a:p>
      </dsp:txBody>
      <dsp:txXfrm>
        <a:off x="2642901" y="828099"/>
        <a:ext cx="1361376" cy="660150"/>
      </dsp:txXfrm>
    </dsp:sp>
    <dsp:sp modelId="{D53634C5-7E3F-4707-8E12-BD819ABD61B5}">
      <dsp:nvSpPr>
        <dsp:cNvPr id="0" name=""/>
        <dsp:cNvSpPr/>
      </dsp:nvSpPr>
      <dsp:spPr>
        <a:xfrm rot="18289469">
          <a:off x="3814135" y="738907"/>
          <a:ext cx="9823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82342" y="1606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4280748" y="730410"/>
        <a:ext cx="49117" cy="49117"/>
      </dsp:txXfrm>
    </dsp:sp>
    <dsp:sp modelId="{32F04C52-FE1A-4018-9EBF-36D527161EF4}">
      <dsp:nvSpPr>
        <dsp:cNvPr id="0" name=""/>
        <dsp:cNvSpPr/>
      </dsp:nvSpPr>
      <dsp:spPr>
        <a:xfrm>
          <a:off x="4585797" y="1151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Mass</a:t>
          </a:r>
          <a:endParaRPr lang="en-DE" sz="1800" kern="1200" dirty="0"/>
        </a:p>
      </dsp:txBody>
      <dsp:txXfrm>
        <a:off x="4606335" y="21689"/>
        <a:ext cx="1361376" cy="660150"/>
      </dsp:txXfrm>
    </dsp:sp>
    <dsp:sp modelId="{84EFA2A3-E27F-4232-8B32-F7E2876C0E2F}">
      <dsp:nvSpPr>
        <dsp:cNvPr id="0" name=""/>
        <dsp:cNvSpPr/>
      </dsp:nvSpPr>
      <dsp:spPr>
        <a:xfrm>
          <a:off x="4024816" y="1142112"/>
          <a:ext cx="56098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60980" y="1606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4291282" y="1144149"/>
        <a:ext cx="28049" cy="28049"/>
      </dsp:txXfrm>
    </dsp:sp>
    <dsp:sp modelId="{4901D2B1-80DF-4280-83BD-021B8191B714}">
      <dsp:nvSpPr>
        <dsp:cNvPr id="0" name=""/>
        <dsp:cNvSpPr/>
      </dsp:nvSpPr>
      <dsp:spPr>
        <a:xfrm>
          <a:off x="4585797" y="807561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Geometry</a:t>
          </a:r>
          <a:endParaRPr lang="en-DE" sz="1800" kern="1200" dirty="0"/>
        </a:p>
      </dsp:txBody>
      <dsp:txXfrm>
        <a:off x="4606335" y="828099"/>
        <a:ext cx="1361376" cy="660150"/>
      </dsp:txXfrm>
    </dsp:sp>
    <dsp:sp modelId="{1EE717D3-BA1E-44F2-8F09-7B91C3930B03}">
      <dsp:nvSpPr>
        <dsp:cNvPr id="0" name=""/>
        <dsp:cNvSpPr/>
      </dsp:nvSpPr>
      <dsp:spPr>
        <a:xfrm rot="3310531">
          <a:off x="3814135" y="1545317"/>
          <a:ext cx="9823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82342" y="1606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4280748" y="1536820"/>
        <a:ext cx="49117" cy="49117"/>
      </dsp:txXfrm>
    </dsp:sp>
    <dsp:sp modelId="{9F8178FA-F861-49CC-8786-F912919ED8C0}">
      <dsp:nvSpPr>
        <dsp:cNvPr id="0" name=""/>
        <dsp:cNvSpPr/>
      </dsp:nvSpPr>
      <dsp:spPr>
        <a:xfrm>
          <a:off x="4585797" y="1613971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Center of Mass</a:t>
          </a:r>
          <a:endParaRPr lang="en-DE" sz="1800" kern="1200" dirty="0"/>
        </a:p>
      </dsp:txBody>
      <dsp:txXfrm>
        <a:off x="4606335" y="1634509"/>
        <a:ext cx="1361376" cy="660150"/>
      </dsp:txXfrm>
    </dsp:sp>
    <dsp:sp modelId="{E34FA203-E1E7-4BA4-916D-C46BCBDAB921}">
      <dsp:nvSpPr>
        <dsp:cNvPr id="0" name=""/>
        <dsp:cNvSpPr/>
      </dsp:nvSpPr>
      <dsp:spPr>
        <a:xfrm rot="3654187">
          <a:off x="1765074" y="2654131"/>
          <a:ext cx="115359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53598" y="16062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2313033" y="2641353"/>
        <a:ext cx="57679" cy="57679"/>
      </dsp:txXfrm>
    </dsp:sp>
    <dsp:sp modelId="{48AFF3BF-87DF-41E0-AEE1-6EB5F3409FA4}">
      <dsp:nvSpPr>
        <dsp:cNvPr id="0" name=""/>
        <dsp:cNvSpPr/>
      </dsp:nvSpPr>
      <dsp:spPr>
        <a:xfrm>
          <a:off x="2622363" y="2823586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smtClean="0"/>
            <a:t>Material Properties</a:t>
          </a:r>
          <a:endParaRPr lang="en-DE" sz="1800" kern="1200" dirty="0"/>
        </a:p>
      </dsp:txBody>
      <dsp:txXfrm>
        <a:off x="2642901" y="2844124"/>
        <a:ext cx="1361376" cy="660150"/>
      </dsp:txXfrm>
    </dsp:sp>
    <dsp:sp modelId="{0AA5AD8E-D3DC-4F6A-818B-A296483A144A}">
      <dsp:nvSpPr>
        <dsp:cNvPr id="0" name=""/>
        <dsp:cNvSpPr/>
      </dsp:nvSpPr>
      <dsp:spPr>
        <a:xfrm rot="19457599">
          <a:off x="3959881" y="2956535"/>
          <a:ext cx="69085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90850" y="1606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4288035" y="2955325"/>
        <a:ext cx="34542" cy="34542"/>
      </dsp:txXfrm>
    </dsp:sp>
    <dsp:sp modelId="{0CB977B2-40B2-40FB-8655-62360BB8E190}">
      <dsp:nvSpPr>
        <dsp:cNvPr id="0" name=""/>
        <dsp:cNvSpPr/>
      </dsp:nvSpPr>
      <dsp:spPr>
        <a:xfrm>
          <a:off x="4585797" y="2420381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Material of the Object</a:t>
          </a:r>
          <a:endParaRPr lang="en-DE" sz="1800" kern="1200" dirty="0"/>
        </a:p>
      </dsp:txBody>
      <dsp:txXfrm>
        <a:off x="4606335" y="2440919"/>
        <a:ext cx="1361376" cy="660150"/>
      </dsp:txXfrm>
    </dsp:sp>
    <dsp:sp modelId="{96B298FF-89CC-4B53-B416-42816DB986A7}">
      <dsp:nvSpPr>
        <dsp:cNvPr id="0" name=""/>
        <dsp:cNvSpPr/>
      </dsp:nvSpPr>
      <dsp:spPr>
        <a:xfrm rot="2142401">
          <a:off x="3959881" y="3359740"/>
          <a:ext cx="69085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90850" y="16062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DE" sz="1800" kern="1200"/>
        </a:p>
      </dsp:txBody>
      <dsp:txXfrm>
        <a:off x="4288035" y="3358530"/>
        <a:ext cx="34542" cy="34542"/>
      </dsp:txXfrm>
    </dsp:sp>
    <dsp:sp modelId="{B35B9647-87C7-4ED0-AEF5-74D0F78EFAFB}">
      <dsp:nvSpPr>
        <dsp:cNvPr id="0" name=""/>
        <dsp:cNvSpPr/>
      </dsp:nvSpPr>
      <dsp:spPr>
        <a:xfrm>
          <a:off x="4585797" y="3226791"/>
          <a:ext cx="1402452" cy="7012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Surface Friction</a:t>
          </a:r>
          <a:endParaRPr lang="en-DE" sz="1800" kern="1200" dirty="0"/>
        </a:p>
      </dsp:txBody>
      <dsp:txXfrm>
        <a:off x="4606335" y="3247329"/>
        <a:ext cx="1361376" cy="6601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A5E429-AC65-4920-837A-5C68B96B6588}">
      <dsp:nvSpPr>
        <dsp:cNvPr id="0" name=""/>
        <dsp:cNvSpPr/>
      </dsp:nvSpPr>
      <dsp:spPr>
        <a:xfrm>
          <a:off x="1598335" y="1699989"/>
          <a:ext cx="319323" cy="1029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661" y="0"/>
              </a:lnTo>
              <a:lnTo>
                <a:pt x="159661" y="1029819"/>
              </a:lnTo>
              <a:lnTo>
                <a:pt x="319323" y="1029819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BBB8AC-A750-4AA6-B9D4-57BF012CCA4F}">
      <dsp:nvSpPr>
        <dsp:cNvPr id="0" name=""/>
        <dsp:cNvSpPr/>
      </dsp:nvSpPr>
      <dsp:spPr>
        <a:xfrm>
          <a:off x="1598335" y="1699989"/>
          <a:ext cx="319323" cy="343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661" y="0"/>
              </a:lnTo>
              <a:lnTo>
                <a:pt x="159661" y="343273"/>
              </a:lnTo>
              <a:lnTo>
                <a:pt x="319323" y="343273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4C12B-2350-4C0E-8F85-5C2C2A620BFF}">
      <dsp:nvSpPr>
        <dsp:cNvPr id="0" name=""/>
        <dsp:cNvSpPr/>
      </dsp:nvSpPr>
      <dsp:spPr>
        <a:xfrm>
          <a:off x="1598335" y="1356716"/>
          <a:ext cx="319323" cy="343273"/>
        </a:xfrm>
        <a:custGeom>
          <a:avLst/>
          <a:gdLst/>
          <a:ahLst/>
          <a:cxnLst/>
          <a:rect l="0" t="0" r="0" b="0"/>
          <a:pathLst>
            <a:path>
              <a:moveTo>
                <a:pt x="0" y="343273"/>
              </a:moveTo>
              <a:lnTo>
                <a:pt x="159661" y="343273"/>
              </a:lnTo>
              <a:lnTo>
                <a:pt x="159661" y="0"/>
              </a:lnTo>
              <a:lnTo>
                <a:pt x="319323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84C30A-EC70-43D5-BD1A-8447D5DF4CB3}">
      <dsp:nvSpPr>
        <dsp:cNvPr id="0" name=""/>
        <dsp:cNvSpPr/>
      </dsp:nvSpPr>
      <dsp:spPr>
        <a:xfrm>
          <a:off x="1598335" y="670170"/>
          <a:ext cx="319323" cy="1029819"/>
        </a:xfrm>
        <a:custGeom>
          <a:avLst/>
          <a:gdLst/>
          <a:ahLst/>
          <a:cxnLst/>
          <a:rect l="0" t="0" r="0" b="0"/>
          <a:pathLst>
            <a:path>
              <a:moveTo>
                <a:pt x="0" y="1029819"/>
              </a:moveTo>
              <a:lnTo>
                <a:pt x="159661" y="1029819"/>
              </a:lnTo>
              <a:lnTo>
                <a:pt x="159661" y="0"/>
              </a:lnTo>
              <a:lnTo>
                <a:pt x="319323" y="0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E48CA-5380-4BB6-B94B-E023B465D517}">
      <dsp:nvSpPr>
        <dsp:cNvPr id="0" name=""/>
        <dsp:cNvSpPr/>
      </dsp:nvSpPr>
      <dsp:spPr>
        <a:xfrm>
          <a:off x="1716" y="1456505"/>
          <a:ext cx="1596618" cy="4869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Process</a:t>
          </a:r>
          <a:endParaRPr lang="en-DE" sz="1800" kern="1200" dirty="0"/>
        </a:p>
      </dsp:txBody>
      <dsp:txXfrm>
        <a:off x="1716" y="1456505"/>
        <a:ext cx="1596618" cy="486968"/>
      </dsp:txXfrm>
    </dsp:sp>
    <dsp:sp modelId="{C17688DF-871B-4D2C-8E56-FDF0ABD45C06}">
      <dsp:nvSpPr>
        <dsp:cNvPr id="0" name=""/>
        <dsp:cNvSpPr/>
      </dsp:nvSpPr>
      <dsp:spPr>
        <a:xfrm>
          <a:off x="1917659" y="426685"/>
          <a:ext cx="1596618" cy="4869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Pre-Pick pose</a:t>
          </a:r>
          <a:endParaRPr lang="en-DE" sz="1800" kern="1200" dirty="0"/>
        </a:p>
      </dsp:txBody>
      <dsp:txXfrm>
        <a:off x="1917659" y="426685"/>
        <a:ext cx="1596618" cy="486968"/>
      </dsp:txXfrm>
    </dsp:sp>
    <dsp:sp modelId="{1B1B7D5C-44CF-4C82-A1E2-07FCC62DF7A1}">
      <dsp:nvSpPr>
        <dsp:cNvPr id="0" name=""/>
        <dsp:cNvSpPr/>
      </dsp:nvSpPr>
      <dsp:spPr>
        <a:xfrm>
          <a:off x="1917659" y="1113232"/>
          <a:ext cx="1596618" cy="4869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Grasp pose</a:t>
          </a:r>
          <a:endParaRPr lang="en-DE" sz="1800" kern="1200" dirty="0"/>
        </a:p>
      </dsp:txBody>
      <dsp:txXfrm>
        <a:off x="1917659" y="1113232"/>
        <a:ext cx="1596618" cy="486968"/>
      </dsp:txXfrm>
    </dsp:sp>
    <dsp:sp modelId="{C074D1A3-8624-472F-9B73-3762398DD6E3}">
      <dsp:nvSpPr>
        <dsp:cNvPr id="0" name=""/>
        <dsp:cNvSpPr/>
      </dsp:nvSpPr>
      <dsp:spPr>
        <a:xfrm>
          <a:off x="1917659" y="1799778"/>
          <a:ext cx="1596618" cy="4869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Lift pose</a:t>
          </a:r>
          <a:endParaRPr lang="en-DE" sz="1800" kern="1200" dirty="0"/>
        </a:p>
      </dsp:txBody>
      <dsp:txXfrm>
        <a:off x="1917659" y="1799778"/>
        <a:ext cx="1596618" cy="486968"/>
      </dsp:txXfrm>
    </dsp:sp>
    <dsp:sp modelId="{F56AF682-CA47-48D1-A1E8-2635BAA7D8BA}">
      <dsp:nvSpPr>
        <dsp:cNvPr id="0" name=""/>
        <dsp:cNvSpPr/>
      </dsp:nvSpPr>
      <dsp:spPr>
        <a:xfrm>
          <a:off x="1917659" y="2486324"/>
          <a:ext cx="1596618" cy="4869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 smtClean="0"/>
            <a:t>Place pose</a:t>
          </a:r>
          <a:endParaRPr lang="en-DE" sz="1800" kern="1200" dirty="0"/>
        </a:p>
      </dsp:txBody>
      <dsp:txXfrm>
        <a:off x="1917659" y="2486324"/>
        <a:ext cx="1596618" cy="4869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43EC2-4FDE-41AE-933E-81787676AE76}">
      <dsp:nvSpPr>
        <dsp:cNvPr id="0" name=""/>
        <dsp:cNvSpPr/>
      </dsp:nvSpPr>
      <dsp:spPr>
        <a:xfrm>
          <a:off x="0" y="3298556"/>
          <a:ext cx="2713344" cy="43270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Export parameters to JSON</a:t>
          </a:r>
          <a:endParaRPr lang="en-DE" sz="1200" kern="1200" dirty="0"/>
        </a:p>
      </dsp:txBody>
      <dsp:txXfrm>
        <a:off x="0" y="3298556"/>
        <a:ext cx="2713344" cy="432702"/>
      </dsp:txXfrm>
    </dsp:sp>
    <dsp:sp modelId="{65C39C54-9A23-4E1E-A0D9-125B651EA294}">
      <dsp:nvSpPr>
        <dsp:cNvPr id="0" name=""/>
        <dsp:cNvSpPr/>
      </dsp:nvSpPr>
      <dsp:spPr>
        <a:xfrm rot="10800000">
          <a:off x="0" y="2637786"/>
          <a:ext cx="2713344" cy="665495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Gripping Candidate generation</a:t>
          </a:r>
          <a:endParaRPr lang="en-DE" sz="1200" kern="1200" dirty="0"/>
        </a:p>
      </dsp:txBody>
      <dsp:txXfrm rot="10800000">
        <a:off x="0" y="2637786"/>
        <a:ext cx="2713344" cy="432419"/>
      </dsp:txXfrm>
    </dsp:sp>
    <dsp:sp modelId="{3193DB04-B0F3-497D-B8C8-44B27576A424}">
      <dsp:nvSpPr>
        <dsp:cNvPr id="0" name=""/>
        <dsp:cNvSpPr/>
      </dsp:nvSpPr>
      <dsp:spPr>
        <a:xfrm rot="10800000">
          <a:off x="0" y="1978781"/>
          <a:ext cx="2713344" cy="665495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Parameter Calculation</a:t>
          </a:r>
          <a:endParaRPr lang="en-DE" sz="1200" kern="1200" dirty="0"/>
        </a:p>
      </dsp:txBody>
      <dsp:txXfrm rot="10800000">
        <a:off x="0" y="1978781"/>
        <a:ext cx="2713344" cy="432419"/>
      </dsp:txXfrm>
    </dsp:sp>
    <dsp:sp modelId="{EDC41330-D78C-45D9-B449-AB39A94C7F4B}">
      <dsp:nvSpPr>
        <dsp:cNvPr id="0" name=""/>
        <dsp:cNvSpPr/>
      </dsp:nvSpPr>
      <dsp:spPr>
        <a:xfrm rot="10800000">
          <a:off x="0" y="1319775"/>
          <a:ext cx="2713344" cy="665495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Geometry Extraction</a:t>
          </a:r>
          <a:endParaRPr lang="en-DE" sz="1900" kern="1200" dirty="0"/>
        </a:p>
      </dsp:txBody>
      <dsp:txXfrm rot="10800000">
        <a:off x="0" y="1319775"/>
        <a:ext cx="2713344" cy="432419"/>
      </dsp:txXfrm>
    </dsp:sp>
    <dsp:sp modelId="{6B053AB7-6ED6-40ED-93B0-F91FDE72F598}">
      <dsp:nvSpPr>
        <dsp:cNvPr id="0" name=""/>
        <dsp:cNvSpPr/>
      </dsp:nvSpPr>
      <dsp:spPr>
        <a:xfrm rot="10800000">
          <a:off x="0" y="660770"/>
          <a:ext cx="2713344" cy="665495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FreeCAD Python Script</a:t>
          </a:r>
          <a:endParaRPr lang="en-DE" sz="1200" kern="1200" dirty="0"/>
        </a:p>
      </dsp:txBody>
      <dsp:txXfrm rot="10800000">
        <a:off x="0" y="660770"/>
        <a:ext cx="2713344" cy="432419"/>
      </dsp:txXfrm>
    </dsp:sp>
    <dsp:sp modelId="{9ECF2234-6F0A-48C7-8365-84914D8E9416}">
      <dsp:nvSpPr>
        <dsp:cNvPr id="0" name=""/>
        <dsp:cNvSpPr/>
      </dsp:nvSpPr>
      <dsp:spPr>
        <a:xfrm rot="10800000">
          <a:off x="0" y="1764"/>
          <a:ext cx="2713344" cy="665495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3D CAD Model</a:t>
          </a:r>
          <a:endParaRPr lang="en-DE" sz="600" kern="1200" dirty="0"/>
        </a:p>
      </dsp:txBody>
      <dsp:txXfrm rot="10800000">
        <a:off x="0" y="1764"/>
        <a:ext cx="2713344" cy="4324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76CA0-F148-457F-8EF4-92F9FF8F8DC1}">
      <dsp:nvSpPr>
        <dsp:cNvPr id="0" name=""/>
        <dsp:cNvSpPr/>
      </dsp:nvSpPr>
      <dsp:spPr>
        <a:xfrm>
          <a:off x="0" y="3060440"/>
          <a:ext cx="2713344" cy="66954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Robot Simulation</a:t>
          </a:r>
          <a:endParaRPr lang="en-DE" sz="1200" kern="1200" dirty="0"/>
        </a:p>
      </dsp:txBody>
      <dsp:txXfrm>
        <a:off x="0" y="3060440"/>
        <a:ext cx="2713344" cy="669549"/>
      </dsp:txXfrm>
    </dsp:sp>
    <dsp:sp modelId="{EDC41330-D78C-45D9-B449-AB39A94C7F4B}">
      <dsp:nvSpPr>
        <dsp:cNvPr id="0" name=""/>
        <dsp:cNvSpPr/>
      </dsp:nvSpPr>
      <dsp:spPr>
        <a:xfrm rot="10800000">
          <a:off x="0" y="2040716"/>
          <a:ext cx="2713344" cy="1029767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MuJoCo Physics Engine</a:t>
          </a:r>
          <a:endParaRPr lang="en-DE" sz="1900" kern="1200" dirty="0"/>
        </a:p>
      </dsp:txBody>
      <dsp:txXfrm rot="10800000">
        <a:off x="0" y="2040716"/>
        <a:ext cx="2713344" cy="669112"/>
      </dsp:txXfrm>
    </dsp:sp>
    <dsp:sp modelId="{6B053AB7-6ED6-40ED-93B0-F91FDE72F598}">
      <dsp:nvSpPr>
        <dsp:cNvPr id="0" name=""/>
        <dsp:cNvSpPr/>
      </dsp:nvSpPr>
      <dsp:spPr>
        <a:xfrm rot="10800000">
          <a:off x="0" y="1020992"/>
          <a:ext cx="2713344" cy="1029767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Python Control Script</a:t>
          </a:r>
          <a:endParaRPr lang="en-DE" sz="1200" kern="1200" dirty="0"/>
        </a:p>
      </dsp:txBody>
      <dsp:txXfrm rot="10800000">
        <a:off x="0" y="1020992"/>
        <a:ext cx="2713344" cy="669112"/>
      </dsp:txXfrm>
    </dsp:sp>
    <dsp:sp modelId="{9ECF2234-6F0A-48C7-8365-84914D8E9416}">
      <dsp:nvSpPr>
        <dsp:cNvPr id="0" name=""/>
        <dsp:cNvSpPr/>
      </dsp:nvSpPr>
      <dsp:spPr>
        <a:xfrm rot="10800000">
          <a:off x="0" y="0"/>
          <a:ext cx="2713344" cy="1029767"/>
        </a:xfrm>
        <a:prstGeom prst="upArrowCallou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JSON parameter File</a:t>
          </a:r>
          <a:endParaRPr lang="en-DE" sz="600" kern="1200" dirty="0"/>
        </a:p>
      </dsp:txBody>
      <dsp:txXfrm rot="10800000">
        <a:off x="0" y="0"/>
        <a:ext cx="2713344" cy="6691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145AF-7725-4687-9746-1E2D99BA1B5C}">
      <dsp:nvSpPr>
        <dsp:cNvPr id="0" name=""/>
        <dsp:cNvSpPr/>
      </dsp:nvSpPr>
      <dsp:spPr>
        <a:xfrm rot="5400000">
          <a:off x="1506854" y="0"/>
          <a:ext cx="4216189" cy="4216189"/>
        </a:xfrm>
        <a:prstGeom prst="triangle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962E2A-6B01-494A-A977-C7229E7FAD68}">
      <dsp:nvSpPr>
        <dsp:cNvPr id="0" name=""/>
        <dsp:cNvSpPr/>
      </dsp:nvSpPr>
      <dsp:spPr>
        <a:xfrm>
          <a:off x="2684478" y="423883"/>
          <a:ext cx="2740522" cy="9980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Analytical parameters were sufficient </a:t>
          </a:r>
          <a:endParaRPr lang="de-DE" sz="1900" kern="1200" dirty="0"/>
        </a:p>
      </dsp:txBody>
      <dsp:txXfrm>
        <a:off x="2733199" y="472604"/>
        <a:ext cx="2643080" cy="900608"/>
      </dsp:txXfrm>
    </dsp:sp>
    <dsp:sp modelId="{BAC4C935-B8CF-41BA-AC44-4146227E3DEF}">
      <dsp:nvSpPr>
        <dsp:cNvPr id="0" name=""/>
        <dsp:cNvSpPr/>
      </dsp:nvSpPr>
      <dsp:spPr>
        <a:xfrm>
          <a:off x="2684478" y="1546690"/>
          <a:ext cx="2740522" cy="9980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256520"/>
              <a:satOff val="-51678"/>
              <a:lumOff val="3598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Grasp stability was maintained </a:t>
          </a:r>
          <a:endParaRPr lang="de-DE" sz="1900" kern="1200" dirty="0"/>
        </a:p>
      </dsp:txBody>
      <dsp:txXfrm>
        <a:off x="2733199" y="1595411"/>
        <a:ext cx="2643080" cy="900608"/>
      </dsp:txXfrm>
    </dsp:sp>
    <dsp:sp modelId="{8FBC1346-E2F5-452D-A5AD-86D38ED273DB}">
      <dsp:nvSpPr>
        <dsp:cNvPr id="0" name=""/>
        <dsp:cNvSpPr/>
      </dsp:nvSpPr>
      <dsp:spPr>
        <a:xfrm>
          <a:off x="2684478" y="2669498"/>
          <a:ext cx="2740522" cy="99805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50000"/>
              <a:hueOff val="256520"/>
              <a:satOff val="-51678"/>
              <a:lumOff val="3598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900" kern="1200" dirty="0" smtClean="0"/>
            <a:t>Integration between modules worked seamlessly </a:t>
          </a:r>
          <a:endParaRPr lang="de-DE" sz="1900" kern="1200" dirty="0"/>
        </a:p>
      </dsp:txBody>
      <dsp:txXfrm>
        <a:off x="2733199" y="2718219"/>
        <a:ext cx="2643080" cy="9006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56EE9-9EB6-4223-84A9-F4C2FB623E63}">
      <dsp:nvSpPr>
        <dsp:cNvPr id="0" name=""/>
        <dsp:cNvSpPr/>
      </dsp:nvSpPr>
      <dsp:spPr>
        <a:xfrm rot="5400000">
          <a:off x="3310671" y="-296765"/>
          <a:ext cx="1845813" cy="2444356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Rigid body simplification</a:t>
          </a:r>
          <a:endParaRPr lang="de-DE" sz="2000" kern="1200" dirty="0"/>
        </a:p>
      </dsp:txBody>
      <dsp:txXfrm rot="-5400000">
        <a:off x="3418793" y="310143"/>
        <a:ext cx="1629570" cy="1230542"/>
      </dsp:txXfrm>
    </dsp:sp>
    <dsp:sp modelId="{EA92D040-088C-4E73-AC76-29F421B71C65}">
      <dsp:nvSpPr>
        <dsp:cNvPr id="0" name=""/>
        <dsp:cNvSpPr/>
      </dsp:nvSpPr>
      <dsp:spPr>
        <a:xfrm>
          <a:off x="5085236" y="371668"/>
          <a:ext cx="2059927" cy="1107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DB5C1-B0B0-4908-85BD-A5B7F9103986}">
      <dsp:nvSpPr>
        <dsp:cNvPr id="0" name=""/>
        <dsp:cNvSpPr/>
      </dsp:nvSpPr>
      <dsp:spPr>
        <a:xfrm>
          <a:off x="2117306" y="896812"/>
          <a:ext cx="763889" cy="5720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3600" kern="1200"/>
        </a:p>
      </dsp:txBody>
      <dsp:txXfrm rot="-5400000">
        <a:off x="2475774" y="611892"/>
        <a:ext cx="46952" cy="627041"/>
      </dsp:txXfrm>
    </dsp:sp>
    <dsp:sp modelId="{4E05683A-72F3-469C-90D3-837ADE52E6B6}">
      <dsp:nvSpPr>
        <dsp:cNvPr id="0" name=""/>
        <dsp:cNvSpPr/>
      </dsp:nvSpPr>
      <dsp:spPr>
        <a:xfrm rot="5400000">
          <a:off x="2433264" y="1367083"/>
          <a:ext cx="1859656" cy="2263954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Neglect of dynamic effects </a:t>
          </a:r>
          <a:endParaRPr lang="de-DE" sz="2000" kern="1200" dirty="0"/>
        </a:p>
      </dsp:txBody>
      <dsp:txXfrm rot="-5400000">
        <a:off x="2608441" y="1879175"/>
        <a:ext cx="1509302" cy="1239770"/>
      </dsp:txXfrm>
    </dsp:sp>
    <dsp:sp modelId="{83710782-4DA0-45B9-A2E3-A04A2C317234}">
      <dsp:nvSpPr>
        <dsp:cNvPr id="0" name=""/>
        <dsp:cNvSpPr/>
      </dsp:nvSpPr>
      <dsp:spPr>
        <a:xfrm>
          <a:off x="500236" y="1945316"/>
          <a:ext cx="1993478" cy="1107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73BB00-CF22-4F66-AC38-725AFF66DEFC}">
      <dsp:nvSpPr>
        <dsp:cNvPr id="0" name=""/>
        <dsp:cNvSpPr/>
      </dsp:nvSpPr>
      <dsp:spPr>
        <a:xfrm>
          <a:off x="4718572" y="2436751"/>
          <a:ext cx="818009" cy="44658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3600" kern="1200"/>
        </a:p>
      </dsp:txBody>
      <dsp:txXfrm rot="-5400000">
        <a:off x="5109172" y="2121965"/>
        <a:ext cx="36808" cy="674231"/>
      </dsp:txXfrm>
    </dsp:sp>
    <dsp:sp modelId="{C27520A5-92D7-4909-A2BF-BF1D3692BB5A}">
      <dsp:nvSpPr>
        <dsp:cNvPr id="0" name=""/>
        <dsp:cNvSpPr/>
      </dsp:nvSpPr>
      <dsp:spPr>
        <a:xfrm rot="5400000">
          <a:off x="3259477" y="2898127"/>
          <a:ext cx="1948200" cy="245155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Assumption of constant friction </a:t>
          </a:r>
          <a:endParaRPr lang="de-DE" sz="1800" kern="1200" dirty="0"/>
        </a:p>
      </dsp:txBody>
      <dsp:txXfrm rot="-5400000">
        <a:off x="3416394" y="3474502"/>
        <a:ext cx="1634366" cy="1298800"/>
      </dsp:txXfrm>
    </dsp:sp>
    <dsp:sp modelId="{C6D95605-31BD-4C5C-9973-60826607F7C9}">
      <dsp:nvSpPr>
        <dsp:cNvPr id="0" name=""/>
        <dsp:cNvSpPr/>
      </dsp:nvSpPr>
      <dsp:spPr>
        <a:xfrm>
          <a:off x="5085236" y="3570158"/>
          <a:ext cx="2059927" cy="1107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4CADF1-1CD8-4886-BC18-9BD98BFD5632}">
      <dsp:nvSpPr>
        <dsp:cNvPr id="0" name=""/>
        <dsp:cNvSpPr/>
      </dsp:nvSpPr>
      <dsp:spPr>
        <a:xfrm rot="10800000" flipV="1">
          <a:off x="2072656" y="4101573"/>
          <a:ext cx="853190" cy="44658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3600" kern="1200"/>
        </a:p>
      </dsp:txBody>
      <dsp:txXfrm rot="-5400000">
        <a:off x="2480838" y="3772128"/>
        <a:ext cx="36826" cy="7035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9042F-5B54-4DC2-AE80-F26576EBF230}">
      <dsp:nvSpPr>
        <dsp:cNvPr id="0" name=""/>
        <dsp:cNvSpPr/>
      </dsp:nvSpPr>
      <dsp:spPr>
        <a:xfrm rot="16200000">
          <a:off x="-1310298" y="1312184"/>
          <a:ext cx="4474670" cy="185030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21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Vision-based perception </a:t>
          </a:r>
          <a:endParaRPr lang="de-DE" sz="1800" kern="1200" dirty="0"/>
        </a:p>
      </dsp:txBody>
      <dsp:txXfrm rot="5400000">
        <a:off x="1886" y="894934"/>
        <a:ext cx="1850301" cy="2684802"/>
      </dsp:txXfrm>
    </dsp:sp>
    <dsp:sp modelId="{B47303EF-6884-4784-9FFE-790B9E6535C9}">
      <dsp:nvSpPr>
        <dsp:cNvPr id="0" name=""/>
        <dsp:cNvSpPr/>
      </dsp:nvSpPr>
      <dsp:spPr>
        <a:xfrm rot="16200000">
          <a:off x="678775" y="1312184"/>
          <a:ext cx="4474670" cy="185030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21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Dynamic environments </a:t>
          </a:r>
          <a:endParaRPr lang="de-DE" sz="1800" kern="1200" dirty="0"/>
        </a:p>
      </dsp:txBody>
      <dsp:txXfrm rot="5400000">
        <a:off x="1990959" y="894934"/>
        <a:ext cx="1850301" cy="2684802"/>
      </dsp:txXfrm>
    </dsp:sp>
    <dsp:sp modelId="{4EC559F3-6EA0-443B-BFFB-302548CAECF9}">
      <dsp:nvSpPr>
        <dsp:cNvPr id="0" name=""/>
        <dsp:cNvSpPr/>
      </dsp:nvSpPr>
      <dsp:spPr>
        <a:xfrm rot="16200000">
          <a:off x="2667849" y="1312184"/>
          <a:ext cx="4474670" cy="185030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21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dirty="0" smtClean="0"/>
            <a:t>More advanced contact models </a:t>
          </a:r>
          <a:endParaRPr lang="de-DE" sz="1800" kern="1200" dirty="0"/>
        </a:p>
      </dsp:txBody>
      <dsp:txXfrm rot="5400000">
        <a:off x="3980033" y="894934"/>
        <a:ext cx="1850301" cy="2684802"/>
      </dsp:txXfrm>
    </dsp:sp>
    <dsp:sp modelId="{A2A399ED-2AA3-4487-BBF2-74F0217CC33E}">
      <dsp:nvSpPr>
        <dsp:cNvPr id="0" name=""/>
        <dsp:cNvSpPr/>
      </dsp:nvSpPr>
      <dsp:spPr>
        <a:xfrm rot="16200000">
          <a:off x="4656923" y="1312184"/>
          <a:ext cx="4474670" cy="185030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721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800" kern="1200" smtClean="0"/>
            <a:t>Real robot implementation </a:t>
          </a:r>
          <a:endParaRPr lang="de-DE" sz="1800" kern="1200" dirty="0"/>
        </a:p>
      </dsp:txBody>
      <dsp:txXfrm rot="5400000">
        <a:off x="5969107" y="894934"/>
        <a:ext cx="1850301" cy="26848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A3211-C8B7-4586-96A9-33EB5D1625C5}" type="datetimeFigureOut">
              <a:rPr lang="en-DE" smtClean="0"/>
              <a:t>27/04/2026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24DB4-8908-4960-AC54-3601A6CDD9F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711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24DB4-8908-4960-AC54-3601A6CDD9F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172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24DB4-8908-4960-AC54-3601A6CDD9FF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662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UAAGIQAABgRQAA3RIAAAAgAAAmAAAACAAAAIEAAAAAAAAA"/>
              </a:ext>
            </a:extLst>
          </p:cNvSpPr>
          <p:nvPr>
            <p:ph type="ctrTitle"/>
          </p:nvPr>
        </p:nvSpPr>
        <p:spPr>
          <a:xfrm>
            <a:off x="914400" y="2663190"/>
            <a:ext cx="10363200" cy="403225"/>
          </a:xfrm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QAsAAOgXAADAPwAAPxsAAAAgAAAmAAAACAAAAAE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542925"/>
          </a:xfrm>
        </p:spPr>
        <p:txBody>
          <a:bodyPr/>
          <a:lstStyle/>
          <a:p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F105A5CE-9780-4807-A149-3F03D34066FF}" type="datetime1">
              <a:rPr lang="en-DE" smtClean="0"/>
              <a:t>27/04/2026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6E4C-02D2-AD98-9C40-F4CD200E6A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G8CAAANSAAAygQAABAg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QIAAHsKAAANSAAArhwAABAg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E638FAE-47A7-4525-AD0A-26D84A977B97}" type="datetime1">
              <a:rPr lang="en-DE" smtClean="0"/>
              <a:t>27/04/2026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55C6-88D2-ADA3-9C40-7EF61B0E6A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7QUAABwbAACtRQAAfSMAABAgAAAmAAAACAAAAAE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7QUAAOERAACtRQAAHBsAABAgAAAmAAAACAAAAIE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47592F78-399C-4DF3-8C12-06A41164DA9F}" type="datetime1">
              <a:rPr lang="en-DE" smtClean="0"/>
              <a:t>27/04/2026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697A-34D2-AD9F-9C40-C2CA270E6A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G8CAAANSAAAygQAABAg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gJAADhJAAAsCUAABAgAAAmAAAACAAAAAEAAAAAAAAA"/>
              </a:ext>
            </a:extLst>
          </p:cNvSpPr>
          <p:nvPr>
            <p:ph sz="half" idx="1"/>
          </p:nvPr>
        </p:nvSpPr>
        <p:spPr>
          <a:xfrm>
            <a:off x="609600" y="1600200"/>
            <a:ext cx="5385435" cy="4526280"/>
          </a:xfr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HyYAANgJAABARwAARxUAAAAgAAAmAAAACAAAAAEAAAAAAAAA"/>
              </a:ext>
            </a:extLst>
          </p:cNvSpPr>
          <p:nvPr>
            <p:ph sz="half" idx="2"/>
          </p:nvPr>
        </p:nvSpPr>
        <p:spPr>
          <a:xfrm>
            <a:off x="6196965" y="1600200"/>
            <a:ext cx="5385435" cy="1858645"/>
          </a:xfr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7BB36B37-CC2B-4EFA-AD99-5CC6AE0DA643}" type="datetime1">
              <a:rPr lang="en-DE" smtClean="0"/>
              <a:t>27/04/2026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17B3-FDD2-ADE1-9C40-0BB4590E6A5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G8CAAANSAAAygQAABAg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HEJAADjJAAAYQ0AABAgAAAmAAAACAAAAIE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GENAADjJAAA0BgAAAAgAAAmAAAACAAAAAEAAAAAAAAA"/>
              </a:ext>
            </a:extLst>
          </p:cNvSpPr>
          <p:nvPr>
            <p:ph sz="half" idx="2"/>
          </p:nvPr>
        </p:nvSpPr>
        <p:spPr>
          <a:xfrm>
            <a:off x="609600" y="2174875"/>
            <a:ext cx="5386705" cy="1858645"/>
          </a:xfr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HSYAAAoKAABARwAAYQ0AAAAgAAAmAAAACAAAAIEAAAAAAAAA"/>
              </a:ext>
            </a:extLst>
          </p:cNvSpPr>
          <p:nvPr>
            <p:ph idx="3"/>
          </p:nvPr>
        </p:nvSpPr>
        <p:spPr>
          <a:xfrm>
            <a:off x="6195695" y="1631950"/>
            <a:ext cx="5386705" cy="542925"/>
          </a:xfrm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HSYAAGENAABARwAA0BgAAAAgAAAmAAAACAAAAAEAAAAAAAAA"/>
              </a:ext>
            </a:extLst>
          </p:cNvSpPr>
          <p:nvPr>
            <p:ph sz="half" idx="4"/>
          </p:nvPr>
        </p:nvSpPr>
        <p:spPr>
          <a:xfrm>
            <a:off x="6195695" y="2174875"/>
            <a:ext cx="5386705" cy="1858645"/>
          </a:xfr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99FA6A9-D193-460F-8FF8-2A1D6AA7DA8C}" type="datetime1">
              <a:rPr lang="en-DE" smtClean="0"/>
              <a:t>27/04/2026</a:t>
            </a:fld>
            <a:endParaRPr/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2468-26D2-ADD2-9C40-D0876A0E6A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G8CAAANSAAAygQAABAg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38B1D6C-061C-4A3E-9D46-95E192FA9D8F}" type="datetime1">
              <a:rPr lang="en-DE" smtClean="0"/>
              <a:t>27/04/2026</a:t>
            </a:fld>
            <a:endParaRPr/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58E5-ABD2-ADAE-9C40-5DFB160E6A0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759C485-2D47-4561-92B0-461757E6C226}" type="datetime1">
              <a:rPr lang="en-DE" smtClean="0"/>
              <a:t>27/04/2026</a:t>
            </a:fld>
            <a:endParaRPr/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6592-DCD2-AD93-9C40-2AC62B0E6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K4BAABtHAAA1AgAABAgAAAmAAAACAAAAIE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x0AAK4BAABARwAAsCUAABAgAAAmAAAACAAAAAE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NQIAABtHAAAKwwAAAAgAAAmAAAACAAAAAEAAAAAAAAA"/>
              </a:ext>
            </a:extLst>
          </p:cNvSpPr>
          <p:nvPr>
            <p:ph sz="half" idx="2"/>
          </p:nvPr>
        </p:nvSpPr>
        <p:spPr>
          <a:xfrm>
            <a:off x="609600" y="1435100"/>
            <a:ext cx="4011295" cy="542925"/>
          </a:xfr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F786C0C3-6F58-40B7-BCC7-233397D9D9CA}" type="datetime1">
              <a:rPr lang="en-DE" smtClean="0"/>
              <a:t>27/04/2026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4565-2BD2-ADB3-9C40-DDE60B0E6A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4AAIgdAACzOwAABCEAABAgAAAmAAAACAAAAIE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4AAMYDAACzOwAAFh0AABAgAAAmAAAACAAAAAE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8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sw4AAAQhAACzOwAAWyQAAAAgAAAmAAAACAAAAAEAAAAAAAAA"/>
              </a:ext>
            </a:extLst>
          </p:cNvSpPr>
          <p:nvPr>
            <p:ph sz="half" idx="2"/>
          </p:nvPr>
        </p:nvSpPr>
        <p:spPr>
          <a:xfrm>
            <a:off x="2389505" y="5367020"/>
            <a:ext cx="7315200" cy="542925"/>
          </a:xfr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DFA0C85A-D083-46B3-9B68-AF17469701D4}" type="datetime1">
              <a:rPr lang="en-DE" smtClean="0"/>
              <a:t>27/04/2026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364C-02D2-ADC0-9C40-F495780E6A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G8CAAANSAAAygQAABAg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QIAAHsKAAANSAAArhwAABAgAAAmAAAACAAAAAIAAAAAAAAA"/>
              </a:ext>
            </a:extLst>
          </p:cNvSpPr>
          <p:nvPr>
            <p:ph idx="1"/>
          </p:nvPr>
        </p:nvSpPr>
        <p:spPr/>
        <p:txBody>
          <a:bodyPr vert="vert" wrap="square" lIns="0" tIns="0" rIns="0" bIns="0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75DEAE0A-F2D5-46ED-9A05-1B4D0273CBB5}" type="datetime1">
              <a:rPr lang="en-DE" smtClean="0"/>
              <a:t>27/04/2026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1594-DAD2-ADE3-9C40-2CB65B0E6A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C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YDYAALABAABARwAAsCUAABAg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lIns="0" tIns="0" rIns="0" bIns="0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Q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wAMAALABAAAfNQAAsCUAABAg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lIns="0" tIns="0" rIns="0" bIns="0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07BA3AE6-0D81-4756-B737-B87016977AA8}" type="datetime1">
              <a:rPr lang="en-DE" smtClean="0"/>
              <a:t>27/04/2026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r>
              <a:t>Seite </a:t>
            </a:r>
            <a:fld id="{3FF85234-7AD2-ADA4-9C40-8CF11C0E6A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7" hidden="1"/>
          <p:cNvGraphicFramePr>
            <a:graphicFrame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MgAAACw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EAAAAjAAAABAAAAGQAAAAXAAAAFAAAAAAAAAAAAAAA/38AAP9/AAAAAAAACQAAAAQAAAAAAAAAHgAAAGgAAAAAAAAAAAAAAAAAAAAAAAAAAAAAABAnAAAQJwAAAAAAAAAAAAAAAAAAAAAAAAAAAAAAAAAAAAAAAAAAAAAUAAAAAAAAAMDA/wAAAAAAZAAAADIAAAAAAAAAZAAAAAAAAAB/f38AAAAAACIAAAAYAAAAAAAAAAAAAAAAAAAAAAAAAAAAAAAAAAAAJAAAACQAAAAAAAAABwAAAAAAAAAAAAAAAAAAAAAAAAAAAAAAAAAAAH9/fwAlAAAAWAAAAAAAAAAAAAAAAAAAAAAAAAAAAAAAAAAAAAAAAAAAAAAAAAAAAAAAAAAAAAAAPwAAAAAAAACghgEAAAAAAAAAAAAAAAAADAAAAAEAAAAAAAAAAAAAAAAAAAAfAAAAVAAAAP///wAAAAABAAAAAAAAAAAAAAAAAAAAAAAAAAAAAAAAAAAAAAAAAAAAAAAAf39/AAAAAAPMzMwAwMD/AH9/fwAAAAAAAAAAAAAAAAD///8AAAAAACEAAAAYAAAAFAAAAAMAAAADAAAABQAAAAUAAAAQAAAAJgAAAAgAAAD//////////w=="/>
              </a:ext>
            </a:extLst>
          </p:cNvGraphicFramePr>
          <p:nvPr/>
        </p:nvGraphicFramePr>
        <p:xfrm>
          <a:off x="1905" y="1905"/>
          <a:ext cx="1270" cy="1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Unknown" r:id="rId14" imgW="0" imgH="0" progId="Unknown">
                  <p:embed/>
                </p:oleObj>
              </mc:Choice>
              <mc:Fallback>
                <p:oleObj name="Unknown" r:id="rId14" imgW="0" imgH="0" progId="Unknown">
                  <p:embed/>
                  <p:pic>
                    <p:nvPicPr>
                      <p:cNvPr id="0" name="Objekt 7" descr="image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" y="1905"/>
                        <a:ext cx="1270" cy="1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GkAc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G8CAAANSAAAygQAABAgAAAmAAAACAAAAP//////////"/>
              </a:ext>
            </a:extLst>
          </p:cNvSpPr>
          <p:nvPr>
            <p:ph type="title"/>
          </p:nvPr>
        </p:nvSpPr>
        <p:spPr>
          <a:xfrm>
            <a:off x="479425" y="395605"/>
            <a:ext cx="11233150" cy="382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r>
              <a:t>Mastertitelformat bearbeiten</a:t>
            </a:r>
          </a:p>
        </p:txBody>
      </p:sp>
      <p:sp>
        <p:nvSpPr>
          <p:cNvPr id="4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G0A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QIAAHsKAAANSAAArhwAABAgAAAmAAAACAAAAP//////////"/>
              </a:ext>
            </a:extLst>
          </p:cNvSpPr>
          <p:nvPr>
            <p:ph type="body" idx="1"/>
          </p:nvPr>
        </p:nvSpPr>
        <p:spPr>
          <a:xfrm>
            <a:off x="478155" y="1703705"/>
            <a:ext cx="11234420" cy="2958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r>
              <a:t>Mastertextformat bearbeiten</a:t>
            </a:r>
          </a:p>
          <a:p>
            <a:pPr lvl="1"/>
            <a:r>
              <a:t>Zweite Ebene</a:t>
            </a:r>
          </a:p>
          <a:p>
            <a:pPr lvl="2"/>
            <a:r>
              <a:t>Dritte Ebene</a:t>
            </a:r>
          </a:p>
          <a:p>
            <a:pPr lvl="3"/>
            <a:r>
              <a:t>Vierte Ebene</a:t>
            </a:r>
          </a:p>
          <a:p>
            <a:pPr lvl="4"/>
            <a:r>
              <a:t>Fünfte Ebene</a:t>
            </a:r>
          </a:p>
          <a:p>
            <a:pPr lvl="5"/>
            <a:r>
              <a:t>Sechste Ebene</a:t>
            </a:r>
          </a:p>
          <a:p>
            <a:pPr lvl="6"/>
            <a:r>
              <a:t>Siebte Ebene</a:t>
            </a:r>
          </a:p>
          <a:p>
            <a:pPr lvl="7"/>
            <a:r>
              <a:t>Achte Ebene</a:t>
            </a:r>
          </a:p>
          <a:p>
            <a:pPr lvl="8"/>
            <a:r>
              <a:t>Neunte Ebene</a:t>
            </a:r>
          </a:p>
        </p:txBody>
      </p:sp>
      <p:sp>
        <p:nvSpPr>
          <p:cNvPr id="5" name="Datumsplatzhalter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ByO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ggAALcnAAD4DAAAeSgAABAAAAAmAAAACAAAAP//////////"/>
              </a:ext>
            </a:extLst>
          </p:cNvSpPr>
          <p:nvPr>
            <p:ph type="dt" sz="half" idx="2"/>
          </p:nvPr>
        </p:nvSpPr>
        <p:spPr>
          <a:xfrm>
            <a:off x="1388110" y="6456045"/>
            <a:ext cx="720090" cy="1231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>
              <a:defRPr sz="800" cap="none"/>
            </a:lvl1pPr>
          </a:lstStyle>
          <a:p>
            <a:fld id="{8F65BC23-2D5F-4AB0-A7CD-FE423913F892}" type="datetime1">
              <a:rPr lang="en-DE" smtClean="0"/>
              <a:t>27/04/2026</a:t>
            </a:fld>
            <a:endParaRPr/>
          </a:p>
        </p:txBody>
      </p:sp>
      <p:sp>
        <p:nvSpPr>
          <p:cNvPr id="6" name="Copyright Fraunhofer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Iw4AALcnAABMIAAAeSgAABAAAAAmAAAACAAAAP//////////"/>
              </a:ext>
            </a:extLst>
          </p:cNvSpPr>
          <p:nvPr>
            <p:ph type="ftr" sz="quarter" idx="3"/>
          </p:nvPr>
        </p:nvSpPr>
        <p:spPr>
          <a:xfrm>
            <a:off x="2298065" y="6456045"/>
            <a:ext cx="2952115" cy="1231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>
              <a:defRPr sz="800" cap="none"/>
            </a:lvl1pPr>
          </a:lstStyle>
          <a:p>
            <a:r>
              <a:rPr lang="de-DE" smtClean="0"/>
              <a:t>Thesis Presentation</a:t>
            </a:r>
            <a:endParaRPr/>
          </a:p>
        </p:txBody>
      </p:sp>
      <p:sp>
        <p:nvSpPr>
          <p:cNvPr id="7" name="Gerader Verbinder 4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Cg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BAAAAAAAAAKa7yAoe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Fc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Ka7yAN/f38AprvIA8zMzADAwP8Af39/AAAAAAAAAAAAAAAAAAAAAAAAAAAAIQAAABgAAAAUAAAAAAAAAMslAAAASwAAyyUAABAAAAAmAAAACAAAAP//////////"/>
              </a:ext>
            </a:extLst>
          </p:cNvSpPr>
          <p:nvPr/>
        </p:nvSpPr>
        <p:spPr>
          <a:xfrm>
            <a:off x="0" y="6143625"/>
            <a:ext cx="12192000" cy="0"/>
          </a:xfrm>
          <a:prstGeom prst="line">
            <a:avLst/>
          </a:prstGeom>
          <a:noFill/>
          <a:ln w="19050" cap="flat" cmpd="sng" algn="ctr">
            <a:solidFill>
              <a:schemeClr val="bg2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Informationsklassifizierung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B/f38AprvIA8zMzADAwP8Af39/AAAAAAAAAAAAAAAAAAAAAAAAAAAAIQAAABgAAAAUAAAADyEAALcnAADxKQAAeSgAABAgAAAmAAAACAAAAP//////////"/>
              </a:ext>
            </a:extLst>
          </p:cNvSpPr>
          <p:nvPr/>
        </p:nvSpPr>
        <p:spPr>
          <a:xfrm>
            <a:off x="5374005" y="6456045"/>
            <a:ext cx="1443990" cy="1231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215900" anchor="t"/>
          <a:lstStyle/>
          <a:p>
            <a:pPr algn="ctr"/>
            <a:r>
              <a:rPr sz="800" b="1" cap="none">
                <a:latin typeface="Frutiger LT Com 65 Bold" charset="0"/>
                <a:ea typeface="SimSun" charset="0"/>
                <a:cs typeface="Times New Roman" pitchFamily="1" charset="0"/>
              </a:rPr>
              <a:t>- Intern -</a:t>
            </a:r>
          </a:p>
        </p:txBody>
      </p:sp>
      <p:sp>
        <p:nvSpPr>
          <p:cNvPr id="9" name="Foliennummern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8wIAALcnAABhBwAAeSgAABAgAAAmAAAACAAAAP//////////"/>
              </a:ext>
            </a:extLst>
          </p:cNvSpPr>
          <p:nvPr>
            <p:ph type="sldNum" sz="quarter" idx="4"/>
          </p:nvPr>
        </p:nvSpPr>
        <p:spPr>
          <a:xfrm>
            <a:off x="479425" y="6456045"/>
            <a:ext cx="720090" cy="1231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>
              <a:defRPr sz="800" cap="none"/>
            </a:lvl1pPr>
          </a:lstStyle>
          <a:p>
            <a:r>
              <a:t>Seite </a:t>
            </a:r>
            <a:fld id="{3FF87B92-DCD2-AD8D-9C40-2AD8350E6A7F}" type="slidenum">
              <a:t>‹#›</a:t>
            </a:fld>
            <a:endParaRPr/>
          </a:p>
        </p:txBody>
      </p:sp>
      <p:sp>
        <p:nvSpPr>
          <p:cNvPr id="10" name="LogoFusszeile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az8AAPcmAAAOSAAASikAABAAAAAmAAAACAAAAP//////////"/>
              </a:ext>
            </a:extLst>
          </p:cNvSpPr>
          <p:nvPr/>
        </p:nvSpPr>
        <p:spPr>
          <a:xfrm>
            <a:off x="10309225" y="6334125"/>
            <a:ext cx="1403985" cy="377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pic>
        <p:nvPicPr>
          <p:cNvPr id="11" name="Grafik 11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DhAAACCJgAA+kgAALEpAAAQAAAAJgAAAAgAAAD//////////w=="/>
              </a:ext>
            </a:extLst>
          </p:cNvPicPr>
          <p:nvPr/>
        </p:nvPicPr>
        <p:blipFill>
          <a:blip r:embed="rId16"/>
          <a:stretch>
            <a:fillRect/>
          </a:stretch>
        </p:blipFill>
        <p:spPr>
          <a:xfrm>
            <a:off x="10439400" y="6259830"/>
            <a:ext cx="1423670" cy="5175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None/>
        <a:tabLst/>
        <a:defRPr sz="2400" b="0" i="0" u="none" strike="noStrike" kern="1" cap="none" spc="0" baseline="0">
          <a:solidFill>
            <a:schemeClr val="accent2"/>
          </a:solidFill>
          <a:effectLst/>
          <a:latin typeface="Frutiger LT Com 65 Bold" charset="0"/>
          <a:ea typeface="Frutiger LT Com 65 Bold" charset="0"/>
          <a:cs typeface="Frutiger LT Com 65 Bold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5pPr>
    </p:titleStyle>
    <p:bodyStyle>
      <a:lvl1pPr marL="0" marR="0" indent="0" algn="l" defTabSz="914400">
        <a:lnSpc>
          <a:spcPct val="110000"/>
        </a:lnSpc>
        <a:spcBef>
          <a:spcPts val="0"/>
        </a:spcBef>
        <a:spcAft>
          <a:spcPts val="1900"/>
        </a:spcAft>
        <a:buNone/>
        <a:tabLst/>
        <a:defRPr sz="1800" b="0" i="0" u="none" strike="noStrike" kern="1" cap="none" spc="0" baseline="0">
          <a:solidFill>
            <a:schemeClr val="accent1"/>
          </a:solidFill>
          <a:effectLst/>
          <a:latin typeface="Frutiger LT Com 65 Bold" charset="0"/>
          <a:ea typeface="Frutiger LT Com 65 Bold" charset="0"/>
          <a:cs typeface="Frutiger LT Com 65 Bold" charset="0"/>
        </a:defRPr>
      </a:lvl1pPr>
      <a:lvl2pPr marL="0" marR="0" indent="0" algn="l" defTabSz="914400">
        <a:lnSpc>
          <a:spcPct val="110000"/>
        </a:lnSpc>
        <a:spcBef>
          <a:spcPts val="0"/>
        </a:spcBef>
        <a:spcAft>
          <a:spcPts val="1900"/>
        </a:spcAft>
        <a:buNone/>
        <a:tabLst/>
        <a:defRPr sz="16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2pPr>
      <a:lvl3pPr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None/>
        <a:tabLst/>
        <a:defRPr sz="1600" b="0" i="0" u="none" strike="noStrike" kern="1" cap="none" spc="0" baseline="0">
          <a:solidFill>
            <a:schemeClr val="tx1"/>
          </a:solidFill>
          <a:effectLst/>
          <a:latin typeface="Frutiger LT Com 65 Bold" charset="0"/>
          <a:ea typeface="Frutiger LT Com 65 Bold" charset="0"/>
          <a:cs typeface="Frutiger LT Com 65 Bold" charset="0"/>
        </a:defRPr>
      </a:lvl3pPr>
      <a:lvl4pPr marL="179705" marR="0" indent="-179705" algn="l" defTabSz="914400">
        <a:lnSpc>
          <a:spcPct val="110000"/>
        </a:lnSpc>
        <a:spcBef>
          <a:spcPts val="0"/>
        </a:spcBef>
        <a:spcAft>
          <a:spcPts val="0"/>
        </a:spcAft>
        <a:buClr>
          <a:schemeClr val="accent1"/>
        </a:buClr>
        <a:buSzTx/>
        <a:buFont typeface="Wingdings" charset="2"/>
        <a:buChar char="§"/>
        <a:tabLst/>
        <a:defRPr sz="16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4pPr>
      <a:lvl5pPr marL="360045" marR="0" indent="-179705" algn="l" defTabSz="914400">
        <a:lnSpc>
          <a:spcPct val="110000"/>
        </a:lnSpc>
        <a:spcBef>
          <a:spcPts val="0"/>
        </a:spcBef>
        <a:spcAft>
          <a:spcPts val="0"/>
        </a:spcAft>
        <a:buClr>
          <a:schemeClr val="bg2"/>
        </a:buClr>
        <a:buSzTx/>
        <a:buFont typeface="Wingdings" charset="2"/>
        <a:buChar char="§"/>
        <a:tabLst/>
        <a:defRPr sz="16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5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Frutiger LT Com 45 Light" charset="0"/>
          <a:ea typeface="Frutiger LT Com 45 Light" charset="0"/>
          <a:cs typeface="Frutiger LT Com 45 Light" charset="0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comments" Target="../comments/commen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Master Thesis Presentation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dirty="0" smtClean="0"/>
              <a:t>Thesis Presentation</a:t>
            </a:r>
            <a:endParaRPr dirty="0"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79A3-EDD2-AD8F-9C40-1BDA370E6A4E}" type="slidenum">
              <a:t>1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J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Textbox1"/>
          <p:cNvSpPr txBox="1"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EgAAAA8B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EAc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+QMAAIEHAACgRgAAuBgAAAAAAAAmAAAACAAAAP//////////"/>
              </a:ext>
            </a:extLst>
          </p:cNvSpPr>
          <p:nvPr/>
        </p:nvSpPr>
        <p:spPr>
          <a:xfrm>
            <a:off x="678497" y="2341637"/>
            <a:ext cx="10835005" cy="1987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sz="2800" b="1" cap="none"/>
            </a:pPr>
            <a:r>
              <a:rPr dirty="0" smtClean="0"/>
              <a:t>Gripping </a:t>
            </a:r>
            <a:r>
              <a:rPr dirty="0"/>
              <a:t>Strategy and Parameter</a:t>
            </a:r>
          </a:p>
          <a:p>
            <a:pPr algn="ctr">
              <a:defRPr sz="2800" b="1" cap="none"/>
            </a:pPr>
            <a:r>
              <a:rPr dirty="0"/>
              <a:t>Determination Using the PPR-SC</a:t>
            </a:r>
          </a:p>
          <a:p>
            <a:pPr algn="ctr">
              <a:defRPr sz="2800" b="1" cap="none"/>
            </a:pPr>
            <a:r>
              <a:rPr dirty="0"/>
              <a:t>Model for Modular Battery</a:t>
            </a:r>
          </a:p>
          <a:p>
            <a:pPr algn="ctr">
              <a:defRPr sz="3600" b="1" cap="none"/>
            </a:pPr>
            <a:r>
              <a:rPr sz="2800" cap="none" dirty="0"/>
              <a:t>Assembly Automation</a:t>
            </a:r>
          </a:p>
        </p:txBody>
      </p:sp>
      <p:sp>
        <p:nvSpPr>
          <p:cNvPr id="8" name="Textbox3"/>
          <p:cNvSpPr txBox="1"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EgAAAA8B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NwI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ZyYAAAQeAADVSAAAGyEAAAAAAAAmAAAACAAAAP//////////"/>
              </a:ext>
            </a:extLst>
          </p:cNvSpPr>
          <p:nvPr/>
        </p:nvSpPr>
        <p:spPr>
          <a:xfrm>
            <a:off x="6595110" y="4915217"/>
            <a:ext cx="5596890" cy="5022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1400" cap="none"/>
            </a:pPr>
            <a:r>
              <a:t>Presented by: Milton Sebaastin Clement Sepasthiyammal</a:t>
            </a:r>
          </a:p>
        </p:txBody>
      </p:sp>
      <p:sp>
        <p:nvSpPr>
          <p:cNvPr id="9" name="Textbox4"/>
          <p:cNvSpPr txBox="1"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EgAAAA8B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NwI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LgYAAJMdAACMIQAAGyEAAAAAAAAmAAAACAAAAP//////////"/>
              </a:ext>
            </a:extLst>
          </p:cNvSpPr>
          <p:nvPr/>
        </p:nvSpPr>
        <p:spPr>
          <a:xfrm>
            <a:off x="1227590" y="4879340"/>
            <a:ext cx="4448810" cy="574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sz="1400" cap="none"/>
            </a:pPr>
            <a:r>
              <a:rPr dirty="0"/>
              <a:t>First Supervisor: Dr.-</a:t>
            </a:r>
            <a:r>
              <a:rPr dirty="0" err="1" smtClean="0"/>
              <a:t>Ing</a:t>
            </a:r>
            <a:r>
              <a:rPr lang="en-IN" dirty="0" smtClean="0"/>
              <a:t>.</a:t>
            </a:r>
            <a:r>
              <a:rPr dirty="0" smtClean="0"/>
              <a:t> </a:t>
            </a:r>
            <a:r>
              <a:rPr dirty="0"/>
              <a:t>Thomas </a:t>
            </a:r>
            <a:r>
              <a:rPr dirty="0" smtClean="0"/>
              <a:t>Schulte</a:t>
            </a:r>
            <a:r>
              <a:rPr lang="de-DE" dirty="0"/>
              <a:t>.</a:t>
            </a:r>
          </a:p>
          <a:p>
            <a:pPr>
              <a:defRPr sz="1400" cap="none"/>
            </a:pPr>
            <a:r>
              <a:rPr dirty="0" smtClean="0"/>
              <a:t>Second </a:t>
            </a:r>
            <a:r>
              <a:rPr dirty="0"/>
              <a:t>Supervisor: Mr. Andreas Gaugenrieder, </a:t>
            </a:r>
            <a:r>
              <a:rPr dirty="0" smtClean="0"/>
              <a:t>M.</a:t>
            </a:r>
            <a:r>
              <a:rPr lang="en-IN" dirty="0"/>
              <a:t>E</a:t>
            </a:r>
            <a:r>
              <a:rPr dirty="0" smtClean="0"/>
              <a:t>ng</a:t>
            </a:r>
            <a:r>
              <a:rPr lang="en-IN" dirty="0" smtClean="0"/>
              <a:t>.</a:t>
            </a:r>
            <a:endParaRPr dirty="0"/>
          </a:p>
        </p:txBody>
      </p:sp>
      <p:sp>
        <p:nvSpPr>
          <p:cNvPr id="10" name="Textbox4"/>
          <p:cNvSpPr txBox="1"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EgAAAA8B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NwI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LgYAAJMdAACMIQAAGyEAAAAAAAAmAAAACAAAAP//////////"/>
              </a:ext>
            </a:extLst>
          </p:cNvSpPr>
          <p:nvPr/>
        </p:nvSpPr>
        <p:spPr>
          <a:xfrm>
            <a:off x="3372484" y="1289199"/>
            <a:ext cx="5094605" cy="574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algn="ctr">
              <a:defRPr sz="1400" cap="none"/>
            </a:pPr>
            <a:r>
              <a:rPr lang="en-US" dirty="0"/>
              <a:t>Department of Electrical Engineering and Computer Science</a:t>
            </a:r>
          </a:p>
          <a:p>
            <a:pPr algn="ctr">
              <a:defRPr sz="1400" cap="none"/>
            </a:pPr>
            <a:r>
              <a:rPr lang="en-US" dirty="0"/>
              <a:t>Siegen University</a:t>
            </a:r>
          </a:p>
          <a:p>
            <a:pPr algn="ctr"/>
            <a:r>
              <a:rPr lang="en-US" sz="1400" dirty="0"/>
              <a:t>Chair of Interconnected Automation Systems</a:t>
            </a:r>
          </a:p>
          <a:p>
            <a:pPr algn="ctr">
              <a:defRPr sz="1400" cap="none"/>
            </a:pPr>
            <a:endParaRPr lang="en-US" sz="14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1288415" y="1132840"/>
            <a:ext cx="94716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323590" y="2137410"/>
            <a:ext cx="54533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288415" y="4329187"/>
            <a:ext cx="947166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Motivation &amp; Problem Statement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71A0-EED2-AD87-9C40-18D23F0E6A4D}" type="slidenum">
              <a:t>2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DABh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P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xmlns:lc="http://schemas.openxmlformats.org/drawingml/2006/lockedCanvas" id="{EB2D93A4-F097-7D7B-9348-E3F563F7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75" y="1656622"/>
            <a:ext cx="2041082" cy="2633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4975" y="4505325"/>
            <a:ext cx="1631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 smtClean="0"/>
              <a:t>Parallel Jaw Gripper</a:t>
            </a:r>
            <a:endParaRPr lang="de-DE" sz="1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839470" y="1658392"/>
            <a:ext cx="799084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Battery assembly and disassembly requires precise, repeatable manipulation.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HMLV Production: High-Mix-Low-Volume manufacturing requires rapid robot reconfiguration.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Manual reconfigurations are not flexible, time consuming and prone to errors and often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non-scalable.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Frutiger LT Com 65 Bold" charset="0"/>
              <a:ea typeface="Frutiger LT Com 45 Light" charset="0"/>
              <a:cs typeface="Frutiger LT Com 45 Light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Gap: Current solutions lack systematic gripping parameter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determination.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Frutiger LT Com 65 Bold" charset="0"/>
              <a:ea typeface="Frutiger LT Com 45 Light" charset="0"/>
              <a:cs typeface="Frutiger LT Com 45 Light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Objective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692C-62D2-AD9F-9C40-94CA270E6AC1}" type="slidenum">
              <a:t>3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CeCA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AAAAAAQAAAAAAAAAAAAAAAAAAAAAAAAAAAAAAZAAAAGQAAAAAAAAAZAAAAGQAAAAVAAAAYAAAAAAAAAAAAAAADwAAACADAAAAAAAAAAAAAAEAAACgMgAAVgcAAKr4//8BAAAAf39/AAEAAABkAAAAAAAAABQAAABAHwAAAAAAACYAAAAAAAAAwOD//wAAAAAmAAAAZAAAABYAAABMAAAAAQAAAAAAAAAEAAAAAAAAAAEAAACmu8gKMgAAAJz///+c////ZAAAAGQAAAAAAAAAzMzMAAAAAABQAAAAUAAAAGQAAABkAAAAAAAAABcAAAAUAAAAAAAAAAAAAAD/fwAA/38AAAAAAAAJAAAABAAAAAAAAAAeAAAAaAAAAAAAAAAAAAAAAAAAAAAAAAAAAAAAECcAABAnAAAAAAAAAAAAAAAAAAAAAAAAAAAAAAAAAAAAAAAAAAAAAMg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HYKAAD9NwAAGyEAAAAAAAAmAAAACAAAAP//////////"/>
              </a:ext>
            </a:extLst>
          </p:cNvSpPr>
          <p:nvPr/>
        </p:nvSpPr>
        <p:spPr>
          <a:xfrm>
            <a:off x="502285" y="1635125"/>
            <a:ext cx="8489950" cy="2733040"/>
          </a:xfrm>
          <a:prstGeom prst="rect">
            <a:avLst/>
          </a:prstGeom>
          <a:noFill/>
          <a:ln>
            <a:noFill/>
          </a:ln>
          <a:effectLst>
            <a:outerShdw blurRad="127000" dist="89803" dir="13500000" algn="ctr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Develop an automated pipeline for battery assembly and disassembly.</a:t>
            </a:r>
          </a:p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Estimate optimal gripping parameters such as grip points, offsets, and required gripping force from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CAD.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Frutiger LT Com 65 Bold" charset="0"/>
              <a:ea typeface="Frutiger LT Com 45 Light" charset="0"/>
              <a:cs typeface="Frutiger LT Com 45 Light" charset="0"/>
            </a:endParaRPr>
          </a:p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Export a structured JSON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(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JavaScript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Object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Notation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)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for robot control and simulation</a:t>
            </a:r>
          </a:p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Validate the workflow and parameters through simulation.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505" y="1635125"/>
            <a:ext cx="1807320" cy="33598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Scope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0543-0DD2-ADF3-9C40-FBA64B0E6AAE}" type="slidenum">
              <a:t>4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Z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7246" y="1563370"/>
            <a:ext cx="8068597" cy="2407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This thesis does not 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extend to complex multi-finger dexterous manipulation</a:t>
            </a:r>
          </a:p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Real-time computer vision-based grasp detection is not considered; instead, the emphasis lies on geometry-driven parameter estimation from digital models.</a:t>
            </a:r>
          </a:p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Frutiger LT Com 65 Bold" charset="0"/>
                <a:ea typeface="Frutiger LT Com 45 Light" charset="0"/>
                <a:cs typeface="Frutiger LT Com 45 Light" charset="0"/>
              </a:rPr>
              <a:t>Deformable object handling, soft robotic grippers, and real-time sensor-based adaptive grasping are beyond the scope of this study.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System Architecture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513A-74D2-ADA7-9C40-82F21F0E6AD7}" type="slidenum">
              <a:t>5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502285" y="2565819"/>
            <a:ext cx="6655122" cy="9677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defTabSz="914400">
              <a:lnSpc>
                <a:spcPct val="110000"/>
              </a:lnSpc>
              <a:spcAft>
                <a:spcPts val="1900"/>
              </a:spcAft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System Architecture depicts a 6-stage workflow connecting the 3D model to robot simulation.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7250753" y="1490124"/>
            <a:ext cx="4250151" cy="4228645"/>
            <a:chOff x="7250753" y="1490124"/>
            <a:chExt cx="4250151" cy="4228645"/>
          </a:xfrm>
        </p:grpSpPr>
        <p:graphicFrame>
          <p:nvGraphicFramePr>
            <p:cNvPr id="10" name="Diagram 9"/>
            <p:cNvGraphicFramePr/>
            <p:nvPr>
              <p:extLst>
                <p:ext uri="{D42A27DB-BD31-4B8C-83A1-F6EECF244321}">
                  <p14:modId xmlns:p14="http://schemas.microsoft.com/office/powerpoint/2010/main" val="2700900222"/>
                </p:ext>
              </p:extLst>
            </p:nvPr>
          </p:nvGraphicFramePr>
          <p:xfrm>
            <a:off x="7798849" y="1490124"/>
            <a:ext cx="2713345" cy="373125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25" name="Rounded Rectangle 24"/>
            <p:cNvSpPr/>
            <p:nvPr/>
          </p:nvSpPr>
          <p:spPr>
            <a:xfrm>
              <a:off x="7727094" y="4704811"/>
              <a:ext cx="3295650" cy="789305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NoShape">
                <a:avLst/>
              </a:prstTxWarp>
              <a:noAutofit/>
            </a:bodyPr>
            <a:lstStyle/>
            <a:p>
              <a:pPr algn="ctr"/>
              <a:endParaRPr lang="en-DE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511828" y="3987261"/>
              <a:ext cx="3372485" cy="1435100"/>
            </a:xfrm>
            <a:prstGeom prst="roundRect">
              <a:avLst/>
            </a:prstGeom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NoShape">
                <a:avLst/>
              </a:prstTxWarp>
              <a:noAutofit/>
            </a:bodyPr>
            <a:lstStyle/>
            <a:p>
              <a:pPr algn="ctr"/>
              <a:endParaRPr lang="en-DE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250753" y="3341466"/>
              <a:ext cx="3920581" cy="2377303"/>
            </a:xfrm>
            <a:prstGeom prst="roundRect">
              <a:avLst/>
            </a:prstGeom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NoShape">
                <a:avLst/>
              </a:prstTxWarp>
              <a:noAutofit/>
            </a:bodyPr>
            <a:lstStyle/>
            <a:p>
              <a:pPr algn="ctr"/>
              <a:endParaRPr lang="en-DE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78785" y="3271949"/>
              <a:ext cx="17221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 smtClean="0">
                  <a:solidFill>
                    <a:schemeClr val="accent4">
                      <a:lumMod val="50000"/>
                    </a:schemeClr>
                  </a:solidFill>
                </a:rPr>
                <a:t>Data Flow Layer</a:t>
              </a:r>
              <a:endParaRPr lang="en-DE" sz="11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710291" y="3932954"/>
              <a:ext cx="12457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dirty="0" smtClean="0">
                  <a:solidFill>
                    <a:schemeClr val="accent4">
                      <a:lumMod val="50000"/>
                    </a:schemeClr>
                  </a:solidFill>
                </a:rPr>
                <a:t>Decision Layer</a:t>
              </a:r>
              <a:endParaRPr lang="en-DE" sz="11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PPR-SC Model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2AB0-FED2-ADDC-9C40-0889640E6A5D}" type="slidenum">
              <a:t>6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Q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490" y="1491615"/>
            <a:ext cx="5453303" cy="3647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5922" y="2065655"/>
            <a:ext cx="49510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 PPR-SC [Product Process Resource – Skill Capabilities] model concept involves the separation of Product, Process and Resource data. The Skill and Capability block defines what the resource can do and how it executes a task respectively. </a:t>
            </a:r>
            <a:endParaRPr lang="en-D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lang="en-IN" dirty="0" smtClean="0"/>
              <a:t>Data Requirements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20A6-E8D2-ADD6-9C40-1E836E0E6A4B}" type="slidenum">
              <a:t>7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CYBQI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K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843935764"/>
              </p:ext>
            </p:extLst>
          </p:nvPr>
        </p:nvGraphicFramePr>
        <p:xfrm>
          <a:off x="6167755" y="1600200"/>
          <a:ext cx="5668645" cy="3228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5663" y="1721145"/>
            <a:ext cx="54502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proposed framework, gripping parameters are derived from a combination of </a:t>
            </a:r>
            <a:r>
              <a:rPr lang="en-US" dirty="0" smtClean="0"/>
              <a:t>geometric</a:t>
            </a:r>
            <a:r>
              <a:rPr lang="en-US" dirty="0"/>
              <a:t>, physical, process-related, and resource-related data.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These </a:t>
            </a:r>
            <a:r>
              <a:rPr lang="en-US" dirty="0"/>
              <a:t>data categories </a:t>
            </a:r>
            <a:r>
              <a:rPr lang="en-US" dirty="0" smtClean="0"/>
              <a:t>correspond </a:t>
            </a:r>
            <a:r>
              <a:rPr lang="en-US" dirty="0"/>
              <a:t>to the Product–Process–Resource modelling </a:t>
            </a:r>
            <a:r>
              <a:rPr lang="en-US" dirty="0" smtClean="0"/>
              <a:t>and </a:t>
            </a:r>
            <a:r>
              <a:rPr lang="en-US" dirty="0"/>
              <a:t>serve as the primary inputs for the </a:t>
            </a:r>
            <a:r>
              <a:rPr lang="en-US" dirty="0" smtClean="0"/>
              <a:t>gripping </a:t>
            </a:r>
            <a:r>
              <a:rPr lang="en-US" dirty="0"/>
              <a:t>parameter </a:t>
            </a:r>
            <a:r>
              <a:rPr lang="en-US" dirty="0" smtClean="0"/>
              <a:t>estimation.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dirty="0"/>
              <a:t>Physical Property </a:t>
            </a:r>
            <a:r>
              <a:rPr lang="en-IN" dirty="0" smtClean="0"/>
              <a:t>Extraction - Product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689E-D0D2-AD9E-9C40-26CB260E6A73}" type="slidenum">
              <a:t>8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00153373"/>
              </p:ext>
            </p:extLst>
          </p:nvPr>
        </p:nvGraphicFramePr>
        <p:xfrm>
          <a:off x="5453380" y="1440708"/>
          <a:ext cx="6647180" cy="3929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284" y="2065655"/>
            <a:ext cx="5019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Product </a:t>
            </a:r>
            <a:r>
              <a:rPr lang="en-US" dirty="0"/>
              <a:t>properties </a:t>
            </a:r>
            <a:r>
              <a:rPr lang="en-US" dirty="0" smtClean="0"/>
              <a:t>are </a:t>
            </a:r>
            <a:r>
              <a:rPr lang="en-US" dirty="0"/>
              <a:t>essential for determining the forces required for stable </a:t>
            </a:r>
            <a:r>
              <a:rPr lang="en-US" dirty="0" smtClean="0"/>
              <a:t>manipulation.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These </a:t>
            </a:r>
            <a:r>
              <a:rPr lang="en-US" dirty="0"/>
              <a:t>properties influence the mechanical interaction between the gripper and the </a:t>
            </a:r>
            <a:r>
              <a:rPr lang="en-US" dirty="0" smtClean="0"/>
              <a:t>object.</a:t>
            </a:r>
            <a:endParaRPr lang="en-D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dirty="0"/>
              <a:t>Pick and Place </a:t>
            </a:r>
            <a:r>
              <a:rPr dirty="0" smtClean="0"/>
              <a:t>Parameters</a:t>
            </a:r>
            <a:r>
              <a:rPr lang="en-IN" dirty="0" smtClean="0"/>
              <a:t> - Process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2EFB-B5D2-ADD8-9C40-438D600E6A16}" type="slidenum">
              <a:t>9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DABh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4181990376"/>
              </p:ext>
            </p:extLst>
          </p:nvPr>
        </p:nvGraphicFramePr>
        <p:xfrm>
          <a:off x="7674610" y="1635125"/>
          <a:ext cx="3515995" cy="3399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285" y="1993900"/>
            <a:ext cx="5381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parameters define how the object should be manipulated within the manufacturing workflow and specify constraints related to the pick-and-place </a:t>
            </a:r>
            <a:r>
              <a:rPr lang="en-US" dirty="0" smtClean="0"/>
              <a:t>task.</a:t>
            </a:r>
            <a:endParaRPr lang="en-D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 idx="4294967295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lang="en-IN" dirty="0" smtClean="0"/>
              <a:t>Gripper Parameters - Resource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2EFB-B5D2-ADD8-9C40-438D600E6A16}" type="slidenum">
              <a:t>10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DABh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1" y="1600200"/>
            <a:ext cx="8319770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05256806"/>
              </p:ext>
            </p:extLst>
          </p:nvPr>
        </p:nvGraphicFramePr>
        <p:xfrm>
          <a:off x="6598285" y="1607631"/>
          <a:ext cx="4090035" cy="3758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285" y="2209165"/>
            <a:ext cx="58030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While product and process parameters determine </a:t>
            </a:r>
            <a:r>
              <a:rPr lang="en-US" dirty="0"/>
              <a:t>the </a:t>
            </a:r>
            <a:r>
              <a:rPr lang="en-US" dirty="0" smtClean="0"/>
              <a:t>requirements </a:t>
            </a:r>
            <a:r>
              <a:rPr lang="en-US" dirty="0"/>
              <a:t>for stable grasping, the </a:t>
            </a:r>
            <a:r>
              <a:rPr lang="en-US" dirty="0" smtClean="0"/>
              <a:t>resource parameters </a:t>
            </a:r>
            <a:r>
              <a:rPr lang="en-US" dirty="0"/>
              <a:t>define whether these requirements can actually </a:t>
            </a:r>
            <a:r>
              <a:rPr lang="en-US" dirty="0" smtClean="0"/>
              <a:t>be accomplished.</a:t>
            </a:r>
          </a:p>
        </p:txBody>
      </p:sp>
    </p:spTree>
    <p:extLst>
      <p:ext uri="{BB962C8B-B14F-4D97-AF65-F5344CB8AC3E}">
        <p14:creationId xmlns:p14="http://schemas.microsoft.com/office/powerpoint/2010/main" val="4252646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Analytical Mechanics - Force Estimation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4D0A-44D2-ADBB-9C40-B2EE030E6AE7}" type="slidenum">
              <a:t>11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CeCA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4453" y="1446895"/>
                <a:ext cx="8302517" cy="3309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The required Gripper force is established by applying Newton-Euler force equation and Coulomb friction equation, which gives us the minimum normal force required.</a:t>
                </a:r>
              </a:p>
              <a:p>
                <a:pPr algn="ctr"/>
                <a:endParaRPr lang="en-IN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𝑚𝑔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IN" dirty="0" smtClean="0"/>
                  <a:t> </a:t>
                </a:r>
              </a:p>
              <a:p>
                <a:pPr algn="ctr"/>
                <a:endParaRPr lang="en-IN" dirty="0"/>
              </a:p>
              <a:p>
                <a:r>
                  <a:rPr lang="en-IN" dirty="0" smtClean="0"/>
                  <a:t>A Safety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b="0" dirty="0" smtClean="0"/>
                  <a:t> is introduced to account for uncertainties in friction coefficient (µ) and geometric tolerances.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𝑟𝑒𝑞𝑢𝑖𝑟𝑒𝑑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b="0" dirty="0" smtClean="0"/>
              </a:p>
              <a:p>
                <a:endParaRPr lang="en-IN" b="0" dirty="0" smtClean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53" y="1446895"/>
                <a:ext cx="8302517" cy="3309111"/>
              </a:xfrm>
              <a:prstGeom prst="rect">
                <a:avLst/>
              </a:prstGeom>
              <a:blipFill rotWithShape="0">
                <a:blip r:embed="rId4"/>
                <a:stretch>
                  <a:fillRect l="-661" t="-921" r="-3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lang="en-IN" dirty="0" smtClean="0"/>
              <a:t>Parameter Extraction - </a:t>
            </a:r>
            <a:r>
              <a:rPr dirty="0" err="1" smtClean="0"/>
              <a:t>FreeCA</a:t>
            </a:r>
            <a:r>
              <a:rPr lang="en-IN" dirty="0" smtClean="0"/>
              <a:t>D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64E0-AED2-AD92-9C40-58C72A0E6A0D}" type="slidenum">
              <a:t>12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J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356837390"/>
              </p:ext>
            </p:extLst>
          </p:nvPr>
        </p:nvGraphicFramePr>
        <p:xfrm>
          <a:off x="8033385" y="1419860"/>
          <a:ext cx="2713345" cy="3731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79425" y="1808715"/>
            <a:ext cx="66732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CAD-based parameter extraction </a:t>
            </a:r>
            <a:r>
              <a:rPr lang="en-US" dirty="0" smtClean="0"/>
              <a:t>process is implemented through </a:t>
            </a:r>
            <a:r>
              <a:rPr lang="en-US" dirty="0"/>
              <a:t>the open-source CAD </a:t>
            </a:r>
            <a:r>
              <a:rPr lang="en-US" dirty="0" smtClean="0"/>
              <a:t>platform </a:t>
            </a:r>
            <a:r>
              <a:rPr lang="en-US" b="1" dirty="0" smtClean="0"/>
              <a:t>FreeCAD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Python interface of FreeCAD enables the automated processing of CAD models and the extraction of relevant parameters without manual interaction.</a:t>
            </a:r>
            <a:endParaRPr lang="en-D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Grasp Candidate Generation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0D16-58D2-ADFB-9C40-AEAE430E6AFB}" type="slidenum">
              <a:t>13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DABh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452" y="2065655"/>
            <a:ext cx="8134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algorithm to generate the candidates, </a:t>
            </a:r>
            <a:endParaRPr lang="de-DE" dirty="0"/>
          </a:p>
          <a:p>
            <a:pPr marL="285750" lvl="0" indent="-285750">
              <a:buSzPts val="1000"/>
              <a:buFont typeface="Arial" panose="020B0604020202020204" pitchFamily="34" charset="0"/>
              <a:buChar char="•"/>
            </a:pPr>
            <a:r>
              <a:rPr lang="en-IN" dirty="0"/>
              <a:t>Defines a grasp region near the top surface </a:t>
            </a:r>
            <a:endParaRPr lang="de-DE" dirty="0"/>
          </a:p>
          <a:p>
            <a:pPr marL="285750" lvl="0" indent="-285750">
              <a:buSzPts val="1000"/>
              <a:buFont typeface="Arial" panose="020B0604020202020204" pitchFamily="34" charset="0"/>
              <a:buChar char="•"/>
            </a:pPr>
            <a:r>
              <a:rPr lang="en-IN" dirty="0"/>
              <a:t>Samples points along the vertical axis </a:t>
            </a:r>
            <a:endParaRPr lang="de-DE" dirty="0"/>
          </a:p>
          <a:p>
            <a:pPr marL="285750" lvl="0" indent="-285750">
              <a:buSzPts val="1000"/>
              <a:buFont typeface="Arial" panose="020B0604020202020204" pitchFamily="34" charset="0"/>
              <a:buChar char="•"/>
            </a:pPr>
            <a:r>
              <a:rPr lang="de-DE" dirty="0"/>
              <a:t>Generates multiple </a:t>
            </a:r>
            <a:r>
              <a:rPr lang="de-DE" dirty="0" smtClean="0"/>
              <a:t>candidates</a:t>
            </a:r>
            <a:r>
              <a:rPr lang="en-IN" dirty="0" smtClean="0"/>
              <a:t>.</a:t>
            </a:r>
            <a:endParaRPr lang="de-DE" dirty="0"/>
          </a:p>
          <a:p>
            <a:endParaRPr lang="en-IN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220" y="1132840"/>
            <a:ext cx="1756745" cy="468111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dirty="0"/>
              <a:t>JSON Data </a:t>
            </a:r>
            <a:r>
              <a:rPr dirty="0" smtClean="0"/>
              <a:t>Structure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3A00-4ED2-ADCC-9C40-B899740E6AED}" type="slidenum">
              <a:t>14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UB6k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75" y="1563369"/>
            <a:ext cx="80625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All the generated grasping candidates and other parameters are stored in a JSON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Each candidate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Position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Force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Motion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This file acts as an interface between the Analytical model and Simulation.</a:t>
            </a:r>
          </a:p>
          <a:p>
            <a:endParaRPr lang="en-IN" dirty="0" smtClean="0"/>
          </a:p>
          <a:p>
            <a:r>
              <a:rPr lang="en-IN" dirty="0" smtClean="0"/>
              <a:t> </a:t>
            </a:r>
            <a:endParaRPr lang="de-D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787" y="1403638"/>
            <a:ext cx="2782237" cy="43821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rPr dirty="0"/>
              <a:t>Simulation </a:t>
            </a:r>
            <a:r>
              <a:rPr dirty="0" smtClean="0"/>
              <a:t>Environment</a:t>
            </a:r>
            <a:r>
              <a:rPr lang="en-IN" dirty="0" smtClean="0"/>
              <a:t> - MuJoCo</a:t>
            </a:r>
            <a:endParaRPr dirty="0"/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3999-D7D2-ADCF-9C40-219A770E6A74}" type="slidenum">
              <a:t>15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285" y="2137410"/>
            <a:ext cx="8206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candidates are then validated in MuJoCo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Python integration allows </a:t>
            </a:r>
            <a:r>
              <a:rPr lang="en-US" dirty="0"/>
              <a:t>flexible development of custom control algorithms and parameter interfaces.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robotic systems </a:t>
            </a:r>
            <a:r>
              <a:rPr lang="en-US" dirty="0" smtClean="0"/>
              <a:t>are represented by </a:t>
            </a:r>
            <a:r>
              <a:rPr lang="en-US" dirty="0"/>
              <a:t>XML-based model </a:t>
            </a:r>
            <a:r>
              <a:rPr lang="en-US" dirty="0" smtClean="0"/>
              <a:t>files </a:t>
            </a:r>
            <a:r>
              <a:rPr lang="en-US" dirty="0"/>
              <a:t>which contains the structure of the mechanical system, including rigid bodies, joints, actuators, and contact geometries. </a:t>
            </a:r>
          </a:p>
        </p:txBody>
      </p:sp>
      <p:pic>
        <p:nvPicPr>
          <p:cNvPr id="2052" name="Picture 4" descr="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75" y="2629425"/>
            <a:ext cx="3085465" cy="77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Robot and Gripper Modelling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12A2-ECD2-ADE4-9C40-1AB15C0E6A4F}" type="slidenum">
              <a:t>16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CeCA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D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D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887" y="2778614"/>
            <a:ext cx="2511425" cy="3114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3957" y="1380172"/>
            <a:ext cx="80625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The Robot is modelled as a set of rigid bodies connected by joints with constraints like joint limits, damping and actuator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The Gripper is also represented by a pair of rigid bodies connected by prismatic joints which allows linear motion and are controlled by actuators..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6816" y="2783205"/>
            <a:ext cx="3386303" cy="312510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Simulation Workflow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5F5B-15D2-ADA9-9C40-E3FC110E6AB6}" type="slidenum">
              <a:t>17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CeCA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79426" y="1608464"/>
            <a:ext cx="8271510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044117220"/>
              </p:ext>
            </p:extLst>
          </p:nvPr>
        </p:nvGraphicFramePr>
        <p:xfrm>
          <a:off x="8969375" y="1600200"/>
          <a:ext cx="2713345" cy="3731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2620" y="1635125"/>
            <a:ext cx="81343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The Simulation begins by evaluating the Grasp candidates with a Python control script by applying collision and feasibility constraints and selects suitable candidates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one of those suitable candidates is selected as an </a:t>
            </a:r>
            <a:r>
              <a:rPr lang="en-US" dirty="0"/>
              <a:t>optimal </a:t>
            </a:r>
            <a:r>
              <a:rPr lang="en-US" dirty="0" smtClean="0"/>
              <a:t>based on its </a:t>
            </a:r>
            <a:r>
              <a:rPr lang="en-US" i="1" dirty="0" smtClean="0"/>
              <a:t>minimal </a:t>
            </a:r>
            <a:r>
              <a:rPr lang="en-US" i="1" dirty="0"/>
              <a:t>parameter </a:t>
            </a:r>
            <a:r>
              <a:rPr lang="en-US" i="1" dirty="0" smtClean="0"/>
              <a:t>values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This candidate is again stored and fed as a JSON file to the MuJoCo physics engine to perform the final simulation. </a:t>
            </a:r>
            <a:endParaRPr lang="de-D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Experimental Setup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79FF-B1D2-AD8F-9C40-47DA370E6A12}" type="slidenum">
              <a:t>18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915" y="992271"/>
            <a:ext cx="2369023" cy="24244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133" y="1284446"/>
            <a:ext cx="8206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validate the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Battery </a:t>
            </a:r>
            <a:r>
              <a:rPr lang="en-US" dirty="0"/>
              <a:t>modules were used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CAD </a:t>
            </a:r>
            <a:r>
              <a:rPr lang="en-US" dirty="0"/>
              <a:t>data was processed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Simulation </a:t>
            </a:r>
            <a:r>
              <a:rPr lang="en-US" dirty="0"/>
              <a:t>was executed in MuJoCo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This setup reflects real industrial </a:t>
            </a:r>
            <a:r>
              <a:rPr lang="en-US" dirty="0" smtClean="0"/>
              <a:t>scenarios.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2" name="TextBox 11"/>
          <p:cNvSpPr txBox="1"/>
          <p:nvPr/>
        </p:nvSpPr>
        <p:spPr>
          <a:xfrm>
            <a:off x="6572466" y="2047847"/>
            <a:ext cx="1801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 smtClean="0"/>
              <a:t>Battery Pack in Casing</a:t>
            </a:r>
            <a:endParaRPr lang="de-DE" i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009" y="3471855"/>
            <a:ext cx="2766906" cy="2481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07425" y="4558771"/>
            <a:ext cx="2356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 smtClean="0"/>
              <a:t>Robot Picking up Battery Pack</a:t>
            </a:r>
            <a:endParaRPr lang="de-DE" i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Analysis of Results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5C60-2ED2-ADAA-9C40-D8FF120E6A8D}" type="slidenum">
              <a:t>19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UB6k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1638934" y="1236238"/>
            <a:ext cx="6001385" cy="4216189"/>
            <a:chOff x="2149475" y="1153688"/>
            <a:chExt cx="6001385" cy="4216189"/>
          </a:xfrm>
        </p:grpSpPr>
        <p:graphicFrame>
          <p:nvGraphicFramePr>
            <p:cNvPr id="9" name="Diagram 8"/>
            <p:cNvGraphicFramePr/>
            <p:nvPr>
              <p:extLst>
                <p:ext uri="{D42A27DB-BD31-4B8C-83A1-F6EECF244321}">
                  <p14:modId xmlns:p14="http://schemas.microsoft.com/office/powerpoint/2010/main" val="1206208214"/>
                </p:ext>
              </p:extLst>
            </p:nvPr>
          </p:nvGraphicFramePr>
          <p:xfrm>
            <a:off x="2149475" y="1153688"/>
            <a:ext cx="6001385" cy="421618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 rot="16200000">
              <a:off x="3799840" y="3077116"/>
              <a:ext cx="932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smtClean="0">
                  <a:solidFill>
                    <a:schemeClr val="bg1"/>
                  </a:solidFill>
                </a:rPr>
                <a:t>RESULT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D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Limitations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7126-68D2-AD87-9C40-9ED23F0E6ACB}" type="slidenum">
              <a:t>20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BECRE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D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1360170" y="41529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017318216"/>
              </p:ext>
            </p:extLst>
          </p:nvPr>
        </p:nvGraphicFramePr>
        <p:xfrm>
          <a:off x="1647190" y="778402"/>
          <a:ext cx="7645400" cy="510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Summary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6BA3-EDD2-AD9D-9C40-1BC8250E6A4E}" type="slidenum">
              <a:t>21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UB6k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D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620" y="1491615"/>
            <a:ext cx="8134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summarize: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complete automated pipeline was developed 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Gripping parameters are computed analytically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Structured using PPR-SC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Validated using simulation </a:t>
            </a:r>
          </a:p>
          <a:p>
            <a:endParaRPr lang="en-IN" dirty="0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FwMAAP4BAAD+NQAAvQUAAAAAAAAmAAAACAAAAH3w////////"/>
              </a:ext>
            </a:extLst>
          </p:cNvSpPr>
          <p:nvPr>
            <p:ph type="title"/>
          </p:nvPr>
        </p:nvSpPr>
        <p:spPr>
          <a:xfrm>
            <a:off x="502285" y="323850"/>
            <a:ext cx="8274685" cy="608965"/>
          </a:xfrm>
          <a:noFill/>
          <a:ln>
            <a:noFill/>
          </a:ln>
          <a:effectLst/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algn="l"/>
            <a:r>
              <a:t>Future work</a:t>
            </a:r>
          </a:p>
        </p:txBody>
      </p:sp>
      <p:sp>
        <p:nvSpPr>
          <p:cNvPr id="3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4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D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3DEE-A0D2-ADCB-9C40-569E730E6A03}" type="slidenum">
              <a:t>22</a:t>
            </a:fld>
            <a:endParaRPr/>
          </a:p>
        </p:txBody>
      </p:sp>
      <p:pic>
        <p:nvPicPr>
          <p:cNvPr id="5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7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NgJAAANSAAAXhsAAAAAAAAmAAAACAAAAP//////////"/>
              </a:ext>
            </a:extLst>
          </p:cNvSpPr>
          <p:nvPr/>
        </p:nvSpPr>
        <p:spPr>
          <a:xfrm>
            <a:off x="457200" y="1600200"/>
            <a:ext cx="11255375" cy="2848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285750" indent="-285750" defTabSz="914400">
              <a:lnSpc>
                <a:spcPct val="110000"/>
              </a:lnSpc>
              <a:spcAft>
                <a:spcPts val="1900"/>
              </a:spcAft>
              <a:buFont typeface="Arial" pitchFamily="2" charset="0"/>
              <a:buChar char="•"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endParaRPr/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4046184209"/>
              </p:ext>
            </p:extLst>
          </p:nvPr>
        </p:nvGraphicFramePr>
        <p:xfrm>
          <a:off x="2275583" y="702715"/>
          <a:ext cx="7821295" cy="4474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AAAAAAAAAAAAAAAAAAAAAAAAAAAB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F5x9Bf///wEAAAAAAAAAAAAAAAAAAAAAAAAAAAAAAAAAAAAAAAAAAAAAAAJ/f38AprvIA8zMzADAwP8Af39/AAAAAAAAAAAAAAAAAAAAAAAAAAAAIQAAABgAAAAUAAAAIw4AALcnAABMIAAAeSgAABAAAAAmAAAACAAAAHzw////////"/>
              </a:ext>
            </a:extLst>
          </p:cNvSpPr>
          <p:nvPr>
            <p:ph type="ftr" sz="quarter" idx="11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rPr lang="de-DE" smtClean="0"/>
              <a:t>Thesis Presentation</a:t>
            </a:r>
            <a:endParaRPr/>
          </a:p>
        </p:txBody>
      </p:sp>
      <p:sp>
        <p:nvSpPr>
          <p:cNvPr id="3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E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8wIAALcnAABhBwAAeSgAABAgAAAmAAAACAAAAHzw////////"/>
              </a:ext>
            </a:extLst>
          </p:cNvSpPr>
          <p:nvPr>
            <p:ph type="sldNum" sz="quarter" idx="12"/>
          </p:nvPr>
        </p:nvSpPr>
        <p:spPr>
          <a:noFill/>
          <a:ln>
            <a:noFill/>
          </a:ln>
          <a:effectLst/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 b="0" i="0" u="none" strike="noStrike" kern="1" cap="none" spc="0" baseline="0">
                <a:solidFill>
                  <a:schemeClr val="tx1"/>
                </a:solidFill>
                <a:effectLst/>
                <a:latin typeface="Frutiger LT Com 45 Light" charset="0"/>
                <a:ea typeface="Frutiger LT Com 45 Light" charset="0"/>
                <a:cs typeface="Frutiger LT Com 45 Light" charset="0"/>
              </a:defRPr>
            </a:pPr>
            <a:r>
              <a:t>Page </a:t>
            </a:r>
            <a:fld id="{3FF83394-DAD2-ADC5-9C40-2C907D0E6A79}" type="slidenum">
              <a:t>23</a:t>
            </a:fld>
            <a:endParaRPr/>
          </a:p>
        </p:txBody>
      </p:sp>
      <p:pic>
        <p:nvPicPr>
          <p:cNvPr id="4" name="Picture 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kXviaRMAAAAlAAAAEQAAAC0AAAAAkAAAAEgAAACQAAAASAAAAAAAAAAAAAAAAAAAAAEAAABQAAAAAAAAAAAA4D8AAAAAAADgPwAAAAAAAOA/AAAAAAAA4D8AAAAAAADgPwAAAAAAAOA/AAAAAAAA4D8AAAAAAADgPwAAAAAAAOA/AAAAAAAA4D8CAAAAjAAAAAAAAAAAAAAAF5x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BecfQX///8BAAAAAAAAAAAAAAAAAAAAAAAAAAAAAAAAAAAAAAAAAAAAAAACf39/AKa7yAPMzMwAwMD/AH9/fwAAAAAAAAAAAAAAAAD///8AAAAAACEAAAAYAAAAFAAAAC03AADEAQAAnUkAANk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969375" y="287020"/>
            <a:ext cx="2997200" cy="5010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qgAAAKoAAACqAAAAqg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BF0XQAUAAAAAQAAABQAAAAUAAAAFAAAAAE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BF0XQB/f38AprvIA8zMzADAwP8Af39/AAAAAAAAAAAAAAAAAAAAAAAAAAAAIQAAABgAAAAUAAAAcyIAADUnAACNKAAA+ygAABAAAAAmAAAACAAAAP//////////"/>
              </a:ext>
            </a:extLst>
          </p:cNvSpPr>
          <p:nvPr/>
        </p:nvSpPr>
        <p:spPr>
          <a:xfrm>
            <a:off x="5600065" y="6373495"/>
            <a:ext cx="991870" cy="2882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07950" tIns="107950" rIns="107950" bIns="107950" numCol="1" spcCol="215900" anchor="ctr"/>
          <a:lstStyle/>
          <a:p>
            <a:pPr marL="179705" indent="-179705" algn="l">
              <a:lnSpc>
                <a:spcPts val="1960"/>
              </a:lnSpc>
              <a:buClr>
                <a:schemeClr val="accent1"/>
              </a:buClr>
              <a:buFont typeface="Wingdings" charset="2"/>
              <a:buChar char="§"/>
              <a:defRPr cap="none">
                <a:solidFill>
                  <a:srgbClr val="FFFFFF"/>
                </a:solidFill>
                <a:latin typeface="Frutiger LT Com 45 Light" charset="0"/>
                <a:ea typeface="SimSun" charset="0"/>
                <a:cs typeface="Times New Roman" pitchFamily="1" charset="0"/>
              </a:defRPr>
            </a:pPr>
            <a:endParaRPr sz="1400" cap="none">
              <a:solidFill>
                <a:schemeClr val="tx1"/>
              </a:solidFill>
            </a:endParaRPr>
          </a:p>
        </p:txBody>
      </p:sp>
      <p:sp>
        <p:nvSpPr>
          <p:cNvPr id="6" name="Rectangle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kXv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Cmu8g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prvIA8zMzADAwP8Af39/AAAAAAAAAAAAAAAAAAAAAAAAAAAAIQAAABgAAAAUAAAA0AIAABkSAAANSAAAGBUAAAAAAAAmAAAACAAAAP//////////"/>
              </a:ext>
            </a:extLst>
          </p:cNvSpPr>
          <p:nvPr/>
        </p:nvSpPr>
        <p:spPr>
          <a:xfrm>
            <a:off x="4639945" y="2711450"/>
            <a:ext cx="2912110" cy="645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indent="0" algn="ctr" defTabSz="914400">
              <a:lnSpc>
                <a:spcPct val="110000"/>
              </a:lnSpc>
              <a:spcAft>
                <a:spcPts val="1900"/>
              </a:spcAft>
              <a:buNone/>
              <a:tabLst/>
              <a:defRPr lang="de-DE" cap="none">
                <a:solidFill>
                  <a:schemeClr val="accent1"/>
                </a:solidFill>
                <a:latin typeface="Frutiger LT Com 65 Bold" charset="0"/>
                <a:ea typeface="Frutiger LT Com 45 Light" charset="0"/>
                <a:cs typeface="Frutiger LT Com 45 Light" charset="0"/>
              </a:defRPr>
            </a:pPr>
            <a:r>
              <a:rPr sz="2800" dirty="0"/>
              <a:t>Thank you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Presentation">
      <a:majorFont>
        <a:latin typeface="Frutiger LT Com 65 Bold"/>
        <a:ea typeface="Frutiger LT Com 65 Bold"/>
        <a:cs typeface="Frutiger LT Com 65 Bold"/>
      </a:majorFont>
      <a:minorFont>
        <a:latin typeface="Frutiger LT Com 65 Bold"/>
        <a:ea typeface="Frutiger LT Com 65 Bold"/>
        <a:cs typeface="Frutiger LT Com 65 Bol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F58220"/>
        </a:dk2>
        <a:lt2>
          <a:srgbClr val="A6BBC8"/>
        </a:lt2>
        <a:accent1>
          <a:srgbClr val="179C7D"/>
        </a:accent1>
        <a:accent2>
          <a:srgbClr val="005B7F"/>
        </a:accent2>
        <a:accent3>
          <a:srgbClr val="A6BBC8"/>
        </a:accent3>
        <a:accent4>
          <a:srgbClr val="008598"/>
        </a:accent4>
        <a:accent5>
          <a:srgbClr val="39C1CD"/>
        </a:accent5>
        <a:accent6>
          <a:srgbClr val="B2D235"/>
        </a:accent6>
        <a:hlink>
          <a:srgbClr val="179C7D"/>
        </a:hlink>
        <a:folHlink>
          <a:srgbClr val="005B7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1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2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2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2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ppt/theme/themeOverride2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F58220"/>
    </a:dk2>
    <a:lt2>
      <a:srgbClr val="A6BBC8"/>
    </a:lt2>
    <a:accent1>
      <a:srgbClr val="179C7D"/>
    </a:accent1>
    <a:accent2>
      <a:srgbClr val="005B7F"/>
    </a:accent2>
    <a:accent3>
      <a:srgbClr val="A6BBC8"/>
    </a:accent3>
    <a:accent4>
      <a:srgbClr val="008598"/>
    </a:accent4>
    <a:accent5>
      <a:srgbClr val="39C1CD"/>
    </a:accent5>
    <a:accent6>
      <a:srgbClr val="B2D235"/>
    </a:accent6>
    <a:hlink>
      <a:srgbClr val="179C7D"/>
    </a:hlink>
    <a:folHlink>
      <a:srgbClr val="005B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Widescreen</PresentationFormat>
  <Paragraphs>194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SimSun</vt:lpstr>
      <vt:lpstr>Arial</vt:lpstr>
      <vt:lpstr>Calibri</vt:lpstr>
      <vt:lpstr>Cambria Math</vt:lpstr>
      <vt:lpstr>Frutiger LT Com 45 Light</vt:lpstr>
      <vt:lpstr>Frutiger LT Com 65 Bold</vt:lpstr>
      <vt:lpstr>Times New Roman</vt:lpstr>
      <vt:lpstr>Wingdings</vt:lpstr>
      <vt:lpstr>Presentation</vt:lpstr>
      <vt:lpstr>Unknown</vt:lpstr>
      <vt:lpstr>Master Thesis Presentation</vt:lpstr>
      <vt:lpstr>Motivation &amp; Problem Statement</vt:lpstr>
      <vt:lpstr>Objective</vt:lpstr>
      <vt:lpstr>Scope</vt:lpstr>
      <vt:lpstr>System Architecture</vt:lpstr>
      <vt:lpstr>PPR-SC Model</vt:lpstr>
      <vt:lpstr>Data Requirements</vt:lpstr>
      <vt:lpstr>Physical Property Extraction - Product</vt:lpstr>
      <vt:lpstr>Pick and Place Parameters - Process</vt:lpstr>
      <vt:lpstr>Gripper Parameters - Resource</vt:lpstr>
      <vt:lpstr>Analytical Mechanics - Force Estimation</vt:lpstr>
      <vt:lpstr>Parameter Extraction - FreeCAD</vt:lpstr>
      <vt:lpstr>Grasp Candidate Generation</vt:lpstr>
      <vt:lpstr>JSON Data Structure</vt:lpstr>
      <vt:lpstr>Simulation Environment - MuJoCo</vt:lpstr>
      <vt:lpstr>Robot and Gripper Modelling</vt:lpstr>
      <vt:lpstr>Simulation Workflow</vt:lpstr>
      <vt:lpstr>Experimental Setup</vt:lpstr>
      <vt:lpstr>Analysis of Results</vt:lpstr>
      <vt:lpstr>Limitations</vt:lpstr>
      <vt:lpstr>Summary</vt:lpstr>
      <vt:lpstr>Future work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 Presentation</dc:title>
  <dc:subject/>
  <dc:creator/>
  <cp:keywords/>
  <dc:description/>
  <cp:lastModifiedBy>Milton</cp:lastModifiedBy>
  <cp:revision>64</cp:revision>
  <dcterms:created xsi:type="dcterms:W3CDTF">2020-01-07T15:39:59Z</dcterms:created>
  <dcterms:modified xsi:type="dcterms:W3CDTF">2026-04-27T06:15:31Z</dcterms:modified>
</cp:coreProperties>
</file>